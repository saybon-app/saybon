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95" r:id="rId6"/>
    <p:sldMasterId id="214748374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Work Sans ExtraLight"/>
      <p:regular r:id="rId21"/>
      <p:bold r:id="rId22"/>
      <p:italic r:id="rId23"/>
      <p:boldItalic r:id="rId24"/>
    </p:embeddedFont>
    <p:embeddedFont>
      <p:font typeface="Work Sans Black"/>
      <p:bold r:id="rId25"/>
      <p:boldItalic r:id="rId26"/>
    </p:embeddedFont>
    <p:embeddedFont>
      <p:font typeface="Work Sans"/>
      <p:regular r:id="rId27"/>
      <p:bold r:id="rId28"/>
      <p:italic r:id="rId29"/>
      <p:boldItalic r:id="rId30"/>
    </p:embeddedFont>
    <p:embeddedFont>
      <p:font typeface="Sora"/>
      <p:regular r:id="rId31"/>
      <p:bold r:id="rId32"/>
    </p:embeddedFont>
    <p:embeddedFont>
      <p:font typeface="Source Serif 4"/>
      <p:regular r:id="rId33"/>
      <p:bold r:id="rId34"/>
      <p:italic r:id="rId35"/>
      <p:boldItalic r:id="rId36"/>
    </p:embeddedFont>
    <p:embeddedFont>
      <p:font typeface="IBM Plex Sans"/>
      <p:regular r:id="rId37"/>
      <p:bold r:id="rId38"/>
      <p:italic r:id="rId39"/>
      <p:boldItalic r:id="rId40"/>
    </p:embeddedFont>
    <p:embeddedFont>
      <p:font typeface="Sora SemiBold"/>
      <p:regular r:id="rId41"/>
      <p:bold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Montserrat Medium"/>
      <p:regular r:id="rId47"/>
      <p:bold r:id="rId48"/>
      <p:italic r:id="rId49"/>
      <p:boldItalic r:id="rId50"/>
    </p:embeddedFont>
    <p:embeddedFont>
      <p:font typeface="IBM Plex Sans Medium"/>
      <p:regular r:id="rId51"/>
      <p:bold r:id="rId52"/>
      <p:italic r:id="rId53"/>
      <p:boldItalic r:id="rId54"/>
    </p:embeddedFont>
    <p:embeddedFont>
      <p:font typeface="Sora Light"/>
      <p:regular r:id="rId55"/>
      <p:bold r:id="rId56"/>
    </p:embeddedFont>
    <p:embeddedFont>
      <p:font typeface="Sora ExtraLight"/>
      <p:regular r:id="rId57"/>
      <p:bold r:id="rId58"/>
    </p:embeddedFont>
    <p:embeddedFont>
      <p:font typeface="Sora Medium"/>
      <p:regular r:id="rId59"/>
      <p:bold r:id="rId60"/>
    </p:embeddedFont>
    <p:embeddedFont>
      <p:font typeface="Comfortaa"/>
      <p:regular r:id="rId61"/>
      <p:bold r:id="rId62"/>
    </p:embeddedFont>
    <p:embeddedFont>
      <p:font typeface="IBM Plex Sans SemiBold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7" roundtripDataSignature="AMtx7mil8XgbYd42sPk4U4XbZUuSjlVJ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F8F629-E7A3-4464-B0CA-BF20DE52A6D0}">
  <a:tblStyle styleId="{F4F8F629-E7A3-4464-B0CA-BF20DE52A6D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-boldItalic.fntdata"/><Relationship Id="rId42" Type="http://schemas.openxmlformats.org/officeDocument/2006/relationships/font" Target="fonts/SoraSemiBold-bold.fntdata"/><Relationship Id="rId41" Type="http://schemas.openxmlformats.org/officeDocument/2006/relationships/font" Target="fonts/SoraSemiBold-regular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MontserratMedium-bold.fntdata"/><Relationship Id="rId47" Type="http://schemas.openxmlformats.org/officeDocument/2006/relationships/font" Target="fonts/MontserratMedium-regular.fntdata"/><Relationship Id="rId49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Sora-regular.fntdata"/><Relationship Id="rId30" Type="http://schemas.openxmlformats.org/officeDocument/2006/relationships/font" Target="fonts/WorkSans-boldItalic.fntdata"/><Relationship Id="rId33" Type="http://schemas.openxmlformats.org/officeDocument/2006/relationships/font" Target="fonts/SourceSerif4-regular.fntdata"/><Relationship Id="rId32" Type="http://schemas.openxmlformats.org/officeDocument/2006/relationships/font" Target="fonts/Sora-bold.fntdata"/><Relationship Id="rId35" Type="http://schemas.openxmlformats.org/officeDocument/2006/relationships/font" Target="fonts/SourceSerif4-italic.fntdata"/><Relationship Id="rId34" Type="http://schemas.openxmlformats.org/officeDocument/2006/relationships/font" Target="fonts/SourceSerif4-bold.fntdata"/><Relationship Id="rId37" Type="http://schemas.openxmlformats.org/officeDocument/2006/relationships/font" Target="fonts/IBMPlexSans-regular.fntdata"/><Relationship Id="rId36" Type="http://schemas.openxmlformats.org/officeDocument/2006/relationships/font" Target="fonts/SourceSerif4-boldItalic.fntdata"/><Relationship Id="rId39" Type="http://schemas.openxmlformats.org/officeDocument/2006/relationships/font" Target="fonts/IBMPlexSans-italic.fntdata"/><Relationship Id="rId38" Type="http://schemas.openxmlformats.org/officeDocument/2006/relationships/font" Target="fonts/IBMPlexSans-bold.fntdata"/><Relationship Id="rId62" Type="http://schemas.openxmlformats.org/officeDocument/2006/relationships/font" Target="fonts/Comfortaa-bold.fntdata"/><Relationship Id="rId61" Type="http://schemas.openxmlformats.org/officeDocument/2006/relationships/font" Target="fonts/Comfortaa-regular.fntdata"/><Relationship Id="rId20" Type="http://schemas.openxmlformats.org/officeDocument/2006/relationships/slide" Target="slides/slide12.xml"/><Relationship Id="rId64" Type="http://schemas.openxmlformats.org/officeDocument/2006/relationships/font" Target="fonts/IBMPlexSansSemiBold-bold.fntdata"/><Relationship Id="rId63" Type="http://schemas.openxmlformats.org/officeDocument/2006/relationships/font" Target="fonts/IBMPlexSansSemiBold-regular.fntdata"/><Relationship Id="rId22" Type="http://schemas.openxmlformats.org/officeDocument/2006/relationships/font" Target="fonts/WorkSansExtraLight-bold.fntdata"/><Relationship Id="rId66" Type="http://schemas.openxmlformats.org/officeDocument/2006/relationships/font" Target="fonts/IBMPlexSansSemiBold-boldItalic.fntdata"/><Relationship Id="rId21" Type="http://schemas.openxmlformats.org/officeDocument/2006/relationships/font" Target="fonts/WorkSansExtraLight-regular.fntdata"/><Relationship Id="rId65" Type="http://schemas.openxmlformats.org/officeDocument/2006/relationships/font" Target="fonts/IBMPlexSansSemiBold-italic.fntdata"/><Relationship Id="rId24" Type="http://schemas.openxmlformats.org/officeDocument/2006/relationships/font" Target="fonts/WorkSansExtraLight-boldItalic.fntdata"/><Relationship Id="rId23" Type="http://schemas.openxmlformats.org/officeDocument/2006/relationships/font" Target="fonts/WorkSansExtraLight-italic.fntdata"/><Relationship Id="rId67" Type="http://customschemas.google.com/relationships/presentationmetadata" Target="metadata"/><Relationship Id="rId60" Type="http://schemas.openxmlformats.org/officeDocument/2006/relationships/font" Target="fonts/SoraMedium-bold.fntdata"/><Relationship Id="rId26" Type="http://schemas.openxmlformats.org/officeDocument/2006/relationships/font" Target="fonts/WorkSansBlack-boldItalic.fntdata"/><Relationship Id="rId25" Type="http://schemas.openxmlformats.org/officeDocument/2006/relationships/font" Target="fonts/WorkSansBlack-bold.fntdata"/><Relationship Id="rId28" Type="http://schemas.openxmlformats.org/officeDocument/2006/relationships/font" Target="fonts/WorkSans-bold.fntdata"/><Relationship Id="rId27" Type="http://schemas.openxmlformats.org/officeDocument/2006/relationships/font" Target="fonts/WorkSans-regular.fntdata"/><Relationship Id="rId29" Type="http://schemas.openxmlformats.org/officeDocument/2006/relationships/font" Target="fonts/WorkSans-italic.fntdata"/><Relationship Id="rId51" Type="http://schemas.openxmlformats.org/officeDocument/2006/relationships/font" Target="fonts/IBMPlexSansMedium-regular.fntdata"/><Relationship Id="rId50" Type="http://schemas.openxmlformats.org/officeDocument/2006/relationships/font" Target="fonts/MontserratMedium-boldItalic.fntdata"/><Relationship Id="rId53" Type="http://schemas.openxmlformats.org/officeDocument/2006/relationships/font" Target="fonts/IBMPlexSansMedium-italic.fntdata"/><Relationship Id="rId52" Type="http://schemas.openxmlformats.org/officeDocument/2006/relationships/font" Target="fonts/IBMPlexSansMedium-bold.fntdata"/><Relationship Id="rId11" Type="http://schemas.openxmlformats.org/officeDocument/2006/relationships/slide" Target="slides/slide3.xml"/><Relationship Id="rId55" Type="http://schemas.openxmlformats.org/officeDocument/2006/relationships/font" Target="fonts/SoraLight-regular.fntdata"/><Relationship Id="rId10" Type="http://schemas.openxmlformats.org/officeDocument/2006/relationships/slide" Target="slides/slide2.xml"/><Relationship Id="rId54" Type="http://schemas.openxmlformats.org/officeDocument/2006/relationships/font" Target="fonts/IBMPlexSansMedium-boldItalic.fntdata"/><Relationship Id="rId13" Type="http://schemas.openxmlformats.org/officeDocument/2006/relationships/slide" Target="slides/slide5.xml"/><Relationship Id="rId57" Type="http://schemas.openxmlformats.org/officeDocument/2006/relationships/font" Target="fonts/SoraExtraLight-regular.fntdata"/><Relationship Id="rId12" Type="http://schemas.openxmlformats.org/officeDocument/2006/relationships/slide" Target="slides/slide4.xml"/><Relationship Id="rId56" Type="http://schemas.openxmlformats.org/officeDocument/2006/relationships/font" Target="fonts/SoraLight-bold.fntdata"/><Relationship Id="rId15" Type="http://schemas.openxmlformats.org/officeDocument/2006/relationships/slide" Target="slides/slide7.xml"/><Relationship Id="rId59" Type="http://schemas.openxmlformats.org/officeDocument/2006/relationships/font" Target="fonts/SoraMedium-regular.fntdata"/><Relationship Id="rId14" Type="http://schemas.openxmlformats.org/officeDocument/2006/relationships/slide" Target="slides/slide6.xml"/><Relationship Id="rId58" Type="http://schemas.openxmlformats.org/officeDocument/2006/relationships/font" Target="fonts/SoraExtraLight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0" name="Google Shape;17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6" name="Google Shape;17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1" name="Google Shape;17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6" name="Google Shape;17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1" name="Google Shape;17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6" name="Google Shape;17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1" name="Google Shape;17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6" name="Google Shape;17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1" name="Google Shape;18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6" name="Google Shape;18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1" name="Google Shape;18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6" name="Google Shape;18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accent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>
            <p:ph idx="2" type="pic"/>
          </p:nvPr>
        </p:nvSpPr>
        <p:spPr>
          <a:xfrm>
            <a:off x="6148575" y="0"/>
            <a:ext cx="2995500" cy="14256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14"/>
          <p:cNvSpPr/>
          <p:nvPr>
            <p:ph idx="3" type="pic"/>
          </p:nvPr>
        </p:nvSpPr>
        <p:spPr>
          <a:xfrm>
            <a:off x="6148575" y="3803400"/>
            <a:ext cx="29955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740693" y="1"/>
            <a:ext cx="35310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14"/>
          <p:cNvSpPr/>
          <p:nvPr>
            <p:ph idx="4" type="pic"/>
          </p:nvPr>
        </p:nvSpPr>
        <p:spPr>
          <a:xfrm>
            <a:off x="2962800" y="3803400"/>
            <a:ext cx="3185700" cy="13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14"/>
          <p:cNvSpPr/>
          <p:nvPr>
            <p:ph idx="5" type="pic"/>
          </p:nvPr>
        </p:nvSpPr>
        <p:spPr>
          <a:xfrm>
            <a:off x="664500" y="1341525"/>
            <a:ext cx="3831300" cy="1833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3" name="Google Shape;53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" name="Google Shape;62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" name="Google Shape;63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" name="Google Shape;64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" name="Google Shape;65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" name="Google Shape;69;p3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" name="Google Shape;73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" name="Google Shape;77;p3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3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3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3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3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0" name="Google Shape;90;p3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3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" name="Google Shape;95;p3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" name="Google Shape;96;p3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" name="Google Shape;97;p3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3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3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3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3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8" name="Google Shape;1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3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3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3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3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3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3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9" name="Google Shape;1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3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" name="Google Shape;121;p3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3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3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3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3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3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0"/>
          <p:cNvSpPr/>
          <p:nvPr/>
        </p:nvSpPr>
        <p:spPr>
          <a:xfrm rot="5400000">
            <a:off x="2419800" y="-1953625"/>
            <a:ext cx="4276500" cy="865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0"/>
          <p:cNvSpPr txBox="1"/>
          <p:nvPr>
            <p:ph type="title"/>
          </p:nvPr>
        </p:nvSpPr>
        <p:spPr>
          <a:xfrm>
            <a:off x="438912" y="457200"/>
            <a:ext cx="8202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141" name="Google Shape;141;p40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40"/>
          <p:cNvSpPr txBox="1"/>
          <p:nvPr>
            <p:ph idx="1" type="body"/>
          </p:nvPr>
        </p:nvSpPr>
        <p:spPr>
          <a:xfrm>
            <a:off x="454600" y="1565585"/>
            <a:ext cx="15486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43" name="Google Shape;143;p40"/>
          <p:cNvSpPr txBox="1"/>
          <p:nvPr>
            <p:ph idx="2" type="body"/>
          </p:nvPr>
        </p:nvSpPr>
        <p:spPr>
          <a:xfrm>
            <a:off x="687925" y="1690985"/>
            <a:ext cx="1315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40"/>
          <p:cNvSpPr txBox="1"/>
          <p:nvPr>
            <p:ph idx="3" type="body"/>
          </p:nvPr>
        </p:nvSpPr>
        <p:spPr>
          <a:xfrm>
            <a:off x="454600" y="2516416"/>
            <a:ext cx="15486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45" name="Google Shape;145;p40"/>
          <p:cNvSpPr txBox="1"/>
          <p:nvPr>
            <p:ph idx="4" type="body"/>
          </p:nvPr>
        </p:nvSpPr>
        <p:spPr>
          <a:xfrm>
            <a:off x="687925" y="2641816"/>
            <a:ext cx="1315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" name="Google Shape;146;p40"/>
          <p:cNvSpPr txBox="1"/>
          <p:nvPr>
            <p:ph idx="5" type="body"/>
          </p:nvPr>
        </p:nvSpPr>
        <p:spPr>
          <a:xfrm>
            <a:off x="2684925" y="1565585"/>
            <a:ext cx="15486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47" name="Google Shape;147;p40"/>
          <p:cNvSpPr txBox="1"/>
          <p:nvPr>
            <p:ph idx="6" type="body"/>
          </p:nvPr>
        </p:nvSpPr>
        <p:spPr>
          <a:xfrm>
            <a:off x="2918250" y="1690985"/>
            <a:ext cx="1315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40"/>
          <p:cNvSpPr txBox="1"/>
          <p:nvPr>
            <p:ph idx="7" type="body"/>
          </p:nvPr>
        </p:nvSpPr>
        <p:spPr>
          <a:xfrm>
            <a:off x="2684925" y="2516416"/>
            <a:ext cx="15486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49" name="Google Shape;149;p40"/>
          <p:cNvSpPr txBox="1"/>
          <p:nvPr>
            <p:ph idx="8" type="body"/>
          </p:nvPr>
        </p:nvSpPr>
        <p:spPr>
          <a:xfrm>
            <a:off x="2918250" y="2641816"/>
            <a:ext cx="1315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0" name="Google Shape;150;p40"/>
          <p:cNvSpPr txBox="1"/>
          <p:nvPr>
            <p:ph idx="9" type="body"/>
          </p:nvPr>
        </p:nvSpPr>
        <p:spPr>
          <a:xfrm>
            <a:off x="4901400" y="1565585"/>
            <a:ext cx="15486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51" name="Google Shape;151;p40"/>
          <p:cNvSpPr txBox="1"/>
          <p:nvPr>
            <p:ph idx="13" type="body"/>
          </p:nvPr>
        </p:nvSpPr>
        <p:spPr>
          <a:xfrm>
            <a:off x="5134725" y="1690985"/>
            <a:ext cx="1315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40"/>
          <p:cNvSpPr txBox="1"/>
          <p:nvPr>
            <p:ph idx="14" type="body"/>
          </p:nvPr>
        </p:nvSpPr>
        <p:spPr>
          <a:xfrm>
            <a:off x="4901400" y="2516416"/>
            <a:ext cx="15486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53" name="Google Shape;153;p40"/>
          <p:cNvSpPr txBox="1"/>
          <p:nvPr>
            <p:ph idx="15" type="body"/>
          </p:nvPr>
        </p:nvSpPr>
        <p:spPr>
          <a:xfrm>
            <a:off x="5134725" y="2641816"/>
            <a:ext cx="1315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" name="Google Shape;154;p40"/>
          <p:cNvSpPr txBox="1"/>
          <p:nvPr>
            <p:ph idx="16" type="body"/>
          </p:nvPr>
        </p:nvSpPr>
        <p:spPr>
          <a:xfrm>
            <a:off x="7117875" y="1565585"/>
            <a:ext cx="1541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55" name="Google Shape;155;p40"/>
          <p:cNvSpPr txBox="1"/>
          <p:nvPr>
            <p:ph idx="17" type="body"/>
          </p:nvPr>
        </p:nvSpPr>
        <p:spPr>
          <a:xfrm>
            <a:off x="7350149" y="1690985"/>
            <a:ext cx="1309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40"/>
          <p:cNvSpPr txBox="1"/>
          <p:nvPr>
            <p:ph idx="18" type="body"/>
          </p:nvPr>
        </p:nvSpPr>
        <p:spPr>
          <a:xfrm>
            <a:off x="7117875" y="2516416"/>
            <a:ext cx="1541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●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○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 Black"/>
              <a:buChar char="■"/>
              <a:defRPr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157" name="Google Shape;157;p40"/>
          <p:cNvSpPr txBox="1"/>
          <p:nvPr>
            <p:ph idx="19" type="body"/>
          </p:nvPr>
        </p:nvSpPr>
        <p:spPr>
          <a:xfrm>
            <a:off x="7350149" y="2641816"/>
            <a:ext cx="13092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40"/>
          <p:cNvSpPr txBox="1"/>
          <p:nvPr>
            <p:ph idx="20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9" name="Google Shape;159;p40"/>
          <p:cNvSpPr txBox="1"/>
          <p:nvPr>
            <p:ph idx="21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22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cxnSp>
        <p:nvCxnSpPr>
          <p:cNvPr id="161" name="Google Shape;161;p40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 Summary" type="tx">
  <p:cSld name="TITLE_AND_BOD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 txBox="1"/>
          <p:nvPr>
            <p:ph type="title"/>
          </p:nvPr>
        </p:nvSpPr>
        <p:spPr>
          <a:xfrm>
            <a:off x="440663" y="612669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41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166" name="Google Shape;166;p41"/>
          <p:cNvSpPr/>
          <p:nvPr>
            <p:ph idx="2" type="pic"/>
          </p:nvPr>
        </p:nvSpPr>
        <p:spPr>
          <a:xfrm>
            <a:off x="456025" y="2138426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41"/>
          <p:cNvSpPr txBox="1"/>
          <p:nvPr>
            <p:ph idx="3" type="subTitle"/>
          </p:nvPr>
        </p:nvSpPr>
        <p:spPr>
          <a:xfrm>
            <a:off x="453325" y="3530474"/>
            <a:ext cx="2283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168" name="Google Shape;168;p41"/>
          <p:cNvSpPr/>
          <p:nvPr/>
        </p:nvSpPr>
        <p:spPr>
          <a:xfrm rot="5400000">
            <a:off x="2419450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1"/>
          <p:cNvSpPr txBox="1"/>
          <p:nvPr>
            <p:ph idx="4" type="body"/>
          </p:nvPr>
        </p:nvSpPr>
        <p:spPr>
          <a:xfrm>
            <a:off x="3412150" y="3803400"/>
            <a:ext cx="2277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170" name="Google Shape;170;p41"/>
          <p:cNvSpPr/>
          <p:nvPr>
            <p:ph idx="5" type="pic"/>
          </p:nvPr>
        </p:nvSpPr>
        <p:spPr>
          <a:xfrm>
            <a:off x="3418600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41"/>
          <p:cNvSpPr txBox="1"/>
          <p:nvPr>
            <p:ph idx="6" type="subTitle"/>
          </p:nvPr>
        </p:nvSpPr>
        <p:spPr>
          <a:xfrm>
            <a:off x="3415900" y="3530474"/>
            <a:ext cx="2283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172" name="Google Shape;172;p41"/>
          <p:cNvSpPr/>
          <p:nvPr/>
        </p:nvSpPr>
        <p:spPr>
          <a:xfrm rot="5400000">
            <a:off x="53820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1"/>
          <p:cNvSpPr txBox="1"/>
          <p:nvPr>
            <p:ph idx="7" type="body"/>
          </p:nvPr>
        </p:nvSpPr>
        <p:spPr>
          <a:xfrm>
            <a:off x="6374725" y="3803250"/>
            <a:ext cx="2277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174" name="Google Shape;174;p41"/>
          <p:cNvSpPr/>
          <p:nvPr>
            <p:ph idx="8" type="pic"/>
          </p:nvPr>
        </p:nvSpPr>
        <p:spPr>
          <a:xfrm>
            <a:off x="6381175" y="2138400"/>
            <a:ext cx="17661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41"/>
          <p:cNvSpPr txBox="1"/>
          <p:nvPr>
            <p:ph idx="9" type="subTitle"/>
          </p:nvPr>
        </p:nvSpPr>
        <p:spPr>
          <a:xfrm>
            <a:off x="6378475" y="3530474"/>
            <a:ext cx="2283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176" name="Google Shape;176;p4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7" name="Google Shape;177;p41"/>
          <p:cNvSpPr txBox="1"/>
          <p:nvPr>
            <p:ph idx="1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41"/>
          <p:cNvSpPr txBox="1"/>
          <p:nvPr>
            <p:ph idx="1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41"/>
          <p:cNvSpPr txBox="1"/>
          <p:nvPr>
            <p:ph idx="1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80" name="Google Shape;180;p41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41"/>
          <p:cNvSpPr txBox="1"/>
          <p:nvPr>
            <p:ph idx="16" type="body"/>
          </p:nvPr>
        </p:nvSpPr>
        <p:spPr>
          <a:xfrm>
            <a:off x="449575" y="3803400"/>
            <a:ext cx="2287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twoColTx">
  <p:cSld name="TITLE_AND_TWO_COLUMNS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2"/>
          <p:cNvSpPr txBox="1"/>
          <p:nvPr>
            <p:ph type="title"/>
          </p:nvPr>
        </p:nvSpPr>
        <p:spPr>
          <a:xfrm>
            <a:off x="783675" y="193215"/>
            <a:ext cx="78375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600"/>
              <a:buFont typeface="Work Sans ExtraLight"/>
              <a:buNone/>
              <a:defRPr sz="14600">
                <a:solidFill>
                  <a:schemeClr val="accent1"/>
                </a:solidFill>
                <a:latin typeface="Work Sans ExtraLight"/>
                <a:ea typeface="Work Sans ExtraLight"/>
                <a:cs typeface="Work Sans ExtraLight"/>
                <a:sym typeface="Work Sans ExtraLight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84" name="Google Shape;184;p42"/>
          <p:cNvSpPr txBox="1"/>
          <p:nvPr>
            <p:ph idx="2" type="title"/>
          </p:nvPr>
        </p:nvSpPr>
        <p:spPr>
          <a:xfrm>
            <a:off x="783675" y="1937719"/>
            <a:ext cx="7837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85" name="Google Shape;185;p42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6" name="Google Shape;186;p42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42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88" name="Google Shape;188;p42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89" name="Google Shape;189;p42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/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/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90" name="Google Shape;190;p42"/>
          <p:cNvSpPr/>
          <p:nvPr>
            <p:ph idx="5" type="pic"/>
          </p:nvPr>
        </p:nvSpPr>
        <p:spPr>
          <a:xfrm>
            <a:off x="8169375" y="3803400"/>
            <a:ext cx="713400" cy="71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 type="titleOnly">
  <p:cSld name="TITLE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3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194" name="Google Shape;194;p43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195" name="Google Shape;195;p4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6" name="Google Shape;196;p43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43"/>
          <p:cNvSpPr txBox="1"/>
          <p:nvPr>
            <p:ph idx="2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8" name="Google Shape;198;p43"/>
          <p:cNvSpPr txBox="1"/>
          <p:nvPr>
            <p:ph idx="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9" name="Google Shape;199;p43"/>
          <p:cNvSpPr txBox="1"/>
          <p:nvPr>
            <p:ph idx="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43"/>
          <p:cNvSpPr txBox="1"/>
          <p:nvPr>
            <p:ph idx="5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01" name="Google Shape;201;p43"/>
          <p:cNvSpPr/>
          <p:nvPr>
            <p:ph idx="6" type="pic"/>
          </p:nvPr>
        </p:nvSpPr>
        <p:spPr>
          <a:xfrm>
            <a:off x="3191025" y="237725"/>
            <a:ext cx="5687100" cy="40410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43"/>
          <p:cNvSpPr txBox="1"/>
          <p:nvPr>
            <p:ph idx="7" type="body"/>
          </p:nvPr>
        </p:nvSpPr>
        <p:spPr>
          <a:xfrm>
            <a:off x="3191400" y="4417843"/>
            <a:ext cx="5687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Palette">
  <p:cSld name="ONE_COLUMN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4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44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4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07" name="Google Shape;207;p44"/>
          <p:cNvSpPr txBox="1"/>
          <p:nvPr>
            <p:ph idx="2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08" name="Google Shape;208;p44"/>
          <p:cNvSpPr txBox="1"/>
          <p:nvPr>
            <p:ph idx="3" type="body"/>
          </p:nvPr>
        </p:nvSpPr>
        <p:spPr>
          <a:xfrm>
            <a:off x="3280618" y="4269035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09" name="Google Shape;209;p44"/>
          <p:cNvSpPr txBox="1"/>
          <p:nvPr>
            <p:ph idx="4" type="body"/>
          </p:nvPr>
        </p:nvSpPr>
        <p:spPr>
          <a:xfrm>
            <a:off x="6138193" y="4269035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10" name="Google Shape;210;p44"/>
          <p:cNvSpPr txBox="1"/>
          <p:nvPr>
            <p:ph idx="5" type="body"/>
          </p:nvPr>
        </p:nvSpPr>
        <p:spPr>
          <a:xfrm>
            <a:off x="3280618" y="3197500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11" name="Google Shape;211;p44"/>
          <p:cNvSpPr txBox="1"/>
          <p:nvPr>
            <p:ph idx="6" type="body"/>
          </p:nvPr>
        </p:nvSpPr>
        <p:spPr>
          <a:xfrm>
            <a:off x="6138193" y="3197500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12" name="Google Shape;212;p44"/>
          <p:cNvSpPr txBox="1"/>
          <p:nvPr>
            <p:ph idx="7" type="body"/>
          </p:nvPr>
        </p:nvSpPr>
        <p:spPr>
          <a:xfrm>
            <a:off x="3280618" y="2129750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13" name="Google Shape;213;p44"/>
          <p:cNvSpPr txBox="1"/>
          <p:nvPr>
            <p:ph idx="8" type="body"/>
          </p:nvPr>
        </p:nvSpPr>
        <p:spPr>
          <a:xfrm>
            <a:off x="6138193" y="2129750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14" name="Google Shape;214;p44"/>
          <p:cNvSpPr txBox="1"/>
          <p:nvPr>
            <p:ph idx="9" type="body"/>
          </p:nvPr>
        </p:nvSpPr>
        <p:spPr>
          <a:xfrm>
            <a:off x="3280618" y="1062000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15" name="Google Shape;215;p44"/>
          <p:cNvSpPr txBox="1"/>
          <p:nvPr>
            <p:ph idx="13" type="body"/>
          </p:nvPr>
        </p:nvSpPr>
        <p:spPr>
          <a:xfrm>
            <a:off x="6138193" y="1062000"/>
            <a:ext cx="269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●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○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 Black"/>
              <a:buChar char="■"/>
              <a:defRPr sz="1100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16" name="Google Shape;216;p44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17" name="Google Shape;217;p44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8" name="Google Shape;218;p44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9" name="Google Shape;219;p44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20" name="Google Shape;220;p44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Analysis">
  <p:cSld name="MAIN_POIN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5"/>
          <p:cNvSpPr txBox="1"/>
          <p:nvPr>
            <p:ph idx="1" type="body"/>
          </p:nvPr>
        </p:nvSpPr>
        <p:spPr>
          <a:xfrm rot="-5400000">
            <a:off x="2880627" y="2439527"/>
            <a:ext cx="16713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23" name="Google Shape;223;p45"/>
          <p:cNvSpPr txBox="1"/>
          <p:nvPr>
            <p:ph idx="2" type="body"/>
          </p:nvPr>
        </p:nvSpPr>
        <p:spPr>
          <a:xfrm>
            <a:off x="7799175" y="3062475"/>
            <a:ext cx="108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24" name="Google Shape;224;p45"/>
          <p:cNvSpPr/>
          <p:nvPr>
            <p:ph idx="3" type="pic"/>
          </p:nvPr>
        </p:nvSpPr>
        <p:spPr>
          <a:xfrm>
            <a:off x="3932100" y="1663275"/>
            <a:ext cx="34926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45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45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5"/>
          <p:cNvSpPr txBox="1"/>
          <p:nvPr>
            <p:ph idx="4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28" name="Google Shape;228;p45"/>
          <p:cNvSpPr txBox="1"/>
          <p:nvPr>
            <p:ph idx="5" type="body"/>
          </p:nvPr>
        </p:nvSpPr>
        <p:spPr>
          <a:xfrm>
            <a:off x="7799263" y="2288525"/>
            <a:ext cx="108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30" name="Google Shape;230;p45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45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45"/>
          <p:cNvSpPr txBox="1"/>
          <p:nvPr>
            <p:ph idx="9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cxnSp>
        <p:nvCxnSpPr>
          <p:cNvPr id="234" name="Google Shape;234;p45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45"/>
          <p:cNvSpPr txBox="1"/>
          <p:nvPr>
            <p:ph idx="13" type="body"/>
          </p:nvPr>
        </p:nvSpPr>
        <p:spPr>
          <a:xfrm>
            <a:off x="4600975" y="3469432"/>
            <a:ext cx="22263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 Use">
  <p:cSld name="SECTION_TITLE_AND_DESCRIPTION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/>
          <p:nvPr>
            <p:ph idx="2" type="pic"/>
          </p:nvPr>
        </p:nvSpPr>
        <p:spPr>
          <a:xfrm>
            <a:off x="6044400" y="23766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46"/>
          <p:cNvSpPr/>
          <p:nvPr>
            <p:ph idx="3" type="pic"/>
          </p:nvPr>
        </p:nvSpPr>
        <p:spPr>
          <a:xfrm>
            <a:off x="6044400" y="237000"/>
            <a:ext cx="28383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46"/>
          <p:cNvSpPr/>
          <p:nvPr>
            <p:ph idx="4" type="pic"/>
          </p:nvPr>
        </p:nvSpPr>
        <p:spPr>
          <a:xfrm>
            <a:off x="3191400" y="23773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46"/>
          <p:cNvSpPr/>
          <p:nvPr>
            <p:ph idx="5" type="pic"/>
          </p:nvPr>
        </p:nvSpPr>
        <p:spPr>
          <a:xfrm>
            <a:off x="3191400" y="237725"/>
            <a:ext cx="2853000" cy="213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6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2" name="Google Shape;242;p46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6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44" name="Google Shape;244;p46"/>
          <p:cNvSpPr txBox="1"/>
          <p:nvPr>
            <p:ph idx="6" type="body"/>
          </p:nvPr>
        </p:nvSpPr>
        <p:spPr>
          <a:xfrm>
            <a:off x="449575" y="3121200"/>
            <a:ext cx="22665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245" name="Google Shape;245;p46"/>
          <p:cNvSpPr/>
          <p:nvPr>
            <p:ph idx="7" type="pic"/>
          </p:nvPr>
        </p:nvSpPr>
        <p:spPr>
          <a:xfrm>
            <a:off x="3787750" y="7122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46"/>
          <p:cNvSpPr/>
          <p:nvPr>
            <p:ph idx="8" type="pic"/>
          </p:nvPr>
        </p:nvSpPr>
        <p:spPr>
          <a:xfrm>
            <a:off x="3787750" y="2851125"/>
            <a:ext cx="16251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46"/>
          <p:cNvSpPr/>
          <p:nvPr>
            <p:ph idx="9" type="pic"/>
          </p:nvPr>
        </p:nvSpPr>
        <p:spPr>
          <a:xfrm>
            <a:off x="6660975" y="715975"/>
            <a:ext cx="1625100" cy="11865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46"/>
          <p:cNvSpPr/>
          <p:nvPr>
            <p:ph idx="13" type="pic"/>
          </p:nvPr>
        </p:nvSpPr>
        <p:spPr>
          <a:xfrm>
            <a:off x="6660681" y="2853125"/>
            <a:ext cx="1625700" cy="11868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46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50" name="Google Shape;250;p46"/>
          <p:cNvSpPr txBox="1"/>
          <p:nvPr>
            <p:ph idx="1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46"/>
          <p:cNvSpPr txBox="1"/>
          <p:nvPr>
            <p:ph idx="1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46"/>
          <p:cNvSpPr txBox="1"/>
          <p:nvPr>
            <p:ph idx="1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53" name="Google Shape;253;p46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1">
  <p:cSld name="CAPTION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47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7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</a:lstStyle>
          <a:p/>
        </p:txBody>
      </p:sp>
      <p:sp>
        <p:nvSpPr>
          <p:cNvPr id="258" name="Google Shape;258;p47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</a:lstStyle>
          <a:p/>
        </p:txBody>
      </p:sp>
      <p:sp>
        <p:nvSpPr>
          <p:cNvPr id="259" name="Google Shape;259;p47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47"/>
          <p:cNvSpPr/>
          <p:nvPr>
            <p:ph idx="6" type="pic"/>
          </p:nvPr>
        </p:nvSpPr>
        <p:spPr>
          <a:xfrm>
            <a:off x="31914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47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7"/>
          <p:cNvSpPr txBox="1"/>
          <p:nvPr>
            <p:ph idx="7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263" name="Google Shape;263;p47"/>
          <p:cNvSpPr txBox="1"/>
          <p:nvPr>
            <p:ph idx="8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</a:lstStyle>
          <a:p/>
        </p:txBody>
      </p:sp>
      <p:sp>
        <p:nvSpPr>
          <p:cNvPr id="264" name="Google Shape;264;p47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5" name="Google Shape;265;p47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266" name="Google Shape;266;p47"/>
          <p:cNvSpPr txBox="1"/>
          <p:nvPr>
            <p:ph idx="9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</a:lstStyle>
          <a:p/>
        </p:txBody>
      </p:sp>
      <p:sp>
        <p:nvSpPr>
          <p:cNvPr id="267" name="Google Shape;267;p47"/>
          <p:cNvSpPr txBox="1"/>
          <p:nvPr>
            <p:ph idx="13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</a:lstStyle>
          <a:p/>
        </p:txBody>
      </p:sp>
      <p:sp>
        <p:nvSpPr>
          <p:cNvPr id="268" name="Google Shape;268;p47"/>
          <p:cNvSpPr txBox="1"/>
          <p:nvPr>
            <p:ph idx="14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</a:lstStyle>
          <a:p/>
        </p:txBody>
      </p:sp>
      <p:cxnSp>
        <p:nvCxnSpPr>
          <p:cNvPr id="269" name="Google Shape;269;p47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47"/>
          <p:cNvSpPr txBox="1"/>
          <p:nvPr>
            <p:ph idx="15" type="body"/>
          </p:nvPr>
        </p:nvSpPr>
        <p:spPr>
          <a:xfrm>
            <a:off x="3191400" y="2041115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</a:lstStyle>
          <a:p/>
        </p:txBody>
      </p:sp>
      <p:sp>
        <p:nvSpPr>
          <p:cNvPr id="271" name="Google Shape;271;p47"/>
          <p:cNvSpPr txBox="1"/>
          <p:nvPr>
            <p:ph idx="16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">
  <p:cSld name="CAPTION_ONLY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/>
          <p:nvPr>
            <p:ph idx="2" type="pic"/>
          </p:nvPr>
        </p:nvSpPr>
        <p:spPr>
          <a:xfrm>
            <a:off x="6149225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8"/>
          <p:cNvSpPr/>
          <p:nvPr>
            <p:ph idx="3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48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76" name="Google Shape;276;p48"/>
          <p:cNvSpPr txBox="1"/>
          <p:nvPr>
            <p:ph idx="4" type="body"/>
          </p:nvPr>
        </p:nvSpPr>
        <p:spPr>
          <a:xfrm>
            <a:off x="6149225" y="4183574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77" name="Google Shape;277;p48"/>
          <p:cNvSpPr/>
          <p:nvPr>
            <p:ph idx="5" type="pic"/>
          </p:nvPr>
        </p:nvSpPr>
        <p:spPr>
          <a:xfrm>
            <a:off x="6149225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48"/>
          <p:cNvSpPr/>
          <p:nvPr>
            <p:ph idx="6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4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" name="Google Shape;280;p48"/>
          <p:cNvSpPr txBox="1"/>
          <p:nvPr>
            <p:ph idx="7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1" name="Google Shape;281;p48"/>
          <p:cNvSpPr txBox="1"/>
          <p:nvPr>
            <p:ph idx="8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2" name="Google Shape;282;p48"/>
          <p:cNvSpPr txBox="1"/>
          <p:nvPr>
            <p:ph idx="9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83" name="Google Shape;283;p4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48"/>
          <p:cNvSpPr txBox="1"/>
          <p:nvPr>
            <p:ph idx="13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85" name="Google Shape;285;p48"/>
          <p:cNvSpPr txBox="1"/>
          <p:nvPr>
            <p:ph idx="14" type="body"/>
          </p:nvPr>
        </p:nvSpPr>
        <p:spPr>
          <a:xfrm>
            <a:off x="6149225" y="2041115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86" name="Google Shape;286;p48"/>
          <p:cNvSpPr/>
          <p:nvPr>
            <p:ph idx="15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48"/>
          <p:cNvSpPr txBox="1"/>
          <p:nvPr>
            <p:ph idx="16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88" name="Google Shape;288;p48"/>
          <p:cNvSpPr/>
          <p:nvPr>
            <p:ph idx="17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48"/>
          <p:cNvSpPr txBox="1"/>
          <p:nvPr>
            <p:ph idx="18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's and Don'ts 2 1">
  <p:cSld name="CAPTION_ONLY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/>
          <p:nvPr>
            <p:ph idx="2" type="pic"/>
          </p:nvPr>
        </p:nvSpPr>
        <p:spPr>
          <a:xfrm>
            <a:off x="3191400" y="23793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49"/>
          <p:cNvSpPr txBox="1"/>
          <p:nvPr>
            <p:ph idx="1" type="body"/>
          </p:nvPr>
        </p:nvSpPr>
        <p:spPr>
          <a:xfrm>
            <a:off x="3191400" y="4183574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293" name="Google Shape;293;p49"/>
          <p:cNvSpPr/>
          <p:nvPr>
            <p:ph idx="3" type="pic"/>
          </p:nvPr>
        </p:nvSpPr>
        <p:spPr>
          <a:xfrm>
            <a:off x="226300" y="237600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49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5" name="Google Shape;295;p49"/>
          <p:cNvSpPr txBox="1"/>
          <p:nvPr>
            <p:ph idx="4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6" name="Google Shape;296;p49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7" name="Google Shape;297;p49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98" name="Google Shape;298;p49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49"/>
          <p:cNvSpPr txBox="1"/>
          <p:nvPr>
            <p:ph idx="7" type="body"/>
          </p:nvPr>
        </p:nvSpPr>
        <p:spPr>
          <a:xfrm>
            <a:off x="226300" y="2041115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00" name="Google Shape;300;p49"/>
          <p:cNvSpPr/>
          <p:nvPr>
            <p:ph idx="8" type="pic"/>
          </p:nvPr>
        </p:nvSpPr>
        <p:spPr>
          <a:xfrm>
            <a:off x="3187763" y="237599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49"/>
          <p:cNvSpPr txBox="1"/>
          <p:nvPr>
            <p:ph idx="9" type="body"/>
          </p:nvPr>
        </p:nvSpPr>
        <p:spPr>
          <a:xfrm>
            <a:off x="3187763" y="2041849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02" name="Google Shape;302;p49"/>
          <p:cNvSpPr/>
          <p:nvPr>
            <p:ph idx="13" type="pic"/>
          </p:nvPr>
        </p:nvSpPr>
        <p:spPr>
          <a:xfrm>
            <a:off x="226300" y="2383824"/>
            <a:ext cx="2728200" cy="1665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49"/>
          <p:cNvSpPr txBox="1"/>
          <p:nvPr>
            <p:ph idx="14" type="body"/>
          </p:nvPr>
        </p:nvSpPr>
        <p:spPr>
          <a:xfrm>
            <a:off x="226300" y="4188074"/>
            <a:ext cx="27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04" name="Google Shape;304;p49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9"/>
          <p:cNvSpPr txBox="1"/>
          <p:nvPr>
            <p:ph idx="15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06" name="Google Shape;306;p49"/>
          <p:cNvSpPr txBox="1"/>
          <p:nvPr>
            <p:ph idx="16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">
  <p:cSld name="BIG_NUMBER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0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0" name="Google Shape;310;p50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11" name="Google Shape;311;p50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12" name="Google Shape;312;p50"/>
          <p:cNvSpPr/>
          <p:nvPr>
            <p:ph idx="3" type="pic"/>
          </p:nvPr>
        </p:nvSpPr>
        <p:spPr>
          <a:xfrm>
            <a:off x="2448725" y="237600"/>
            <a:ext cx="42168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0"/>
          <p:cNvSpPr/>
          <p:nvPr>
            <p:ph idx="4" type="pic"/>
          </p:nvPr>
        </p:nvSpPr>
        <p:spPr>
          <a:xfrm>
            <a:off x="226300" y="240550"/>
            <a:ext cx="1994700" cy="403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50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5" name="Google Shape;315;p50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6" name="Google Shape;316;p50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17" name="Google Shape;317;p50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50"/>
          <p:cNvSpPr txBox="1"/>
          <p:nvPr>
            <p:ph idx="8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19" name="Google Shape;319;p50"/>
          <p:cNvSpPr txBox="1"/>
          <p:nvPr>
            <p:ph idx="9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ne and Tablet">
  <p:cSld name="BIG_NUMBER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Modern Digital Tablet Mockup On White Background." id="321" name="Google Shape;321;p51"/>
          <p:cNvPicPr preferRelativeResize="0"/>
          <p:nvPr/>
        </p:nvPicPr>
        <p:blipFill rotWithShape="1">
          <a:blip r:embed="rId2">
            <a:alphaModFix/>
          </a:blip>
          <a:srcRect b="0" l="25190" r="24880" t="0"/>
          <a:stretch/>
        </p:blipFill>
        <p:spPr>
          <a:xfrm>
            <a:off x="3051913" y="241599"/>
            <a:ext cx="3016673" cy="402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artphone isolated mockup iPhone with white screen in a white background on high-quality studio shot." id="322" name="Google Shape;322;p51"/>
          <p:cNvPicPr preferRelativeResize="0"/>
          <p:nvPr/>
        </p:nvPicPr>
        <p:blipFill rotWithShape="1">
          <a:blip r:embed="rId3">
            <a:alphaModFix/>
          </a:blip>
          <a:srcRect b="0" l="23169" r="23110" t="0"/>
          <a:stretch/>
        </p:blipFill>
        <p:spPr>
          <a:xfrm>
            <a:off x="187287" y="963838"/>
            <a:ext cx="2089201" cy="259582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1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5" name="Google Shape;325;p51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26" name="Google Shape;326;p51"/>
          <p:cNvSpPr txBox="1"/>
          <p:nvPr>
            <p:ph idx="2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27" name="Google Shape;327;p51"/>
          <p:cNvSpPr txBox="1"/>
          <p:nvPr>
            <p:ph idx="3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8" name="Google Shape;328;p51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9" name="Google Shape;329;p51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30" name="Google Shape;330;p51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51"/>
          <p:cNvSpPr txBox="1"/>
          <p:nvPr>
            <p:ph idx="6" type="body"/>
          </p:nvPr>
        </p:nvSpPr>
        <p:spPr>
          <a:xfrm>
            <a:off x="228600" y="4419850"/>
            <a:ext cx="19947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2" name="Google Shape;332;p51"/>
          <p:cNvSpPr txBox="1"/>
          <p:nvPr>
            <p:ph idx="7" type="body"/>
          </p:nvPr>
        </p:nvSpPr>
        <p:spPr>
          <a:xfrm>
            <a:off x="2448725" y="4419850"/>
            <a:ext cx="42168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333" name="Google Shape;333;p51"/>
          <p:cNvSpPr/>
          <p:nvPr>
            <p:ph idx="8" type="pic"/>
          </p:nvPr>
        </p:nvSpPr>
        <p:spPr>
          <a:xfrm>
            <a:off x="752100" y="1234175"/>
            <a:ext cx="976200" cy="2109600"/>
          </a:xfrm>
          <a:prstGeom prst="roundRect">
            <a:avLst>
              <a:gd fmla="val 14756" name="adj"/>
            </a:avLst>
          </a:prstGeom>
          <a:noFill/>
          <a:ln>
            <a:noFill/>
          </a:ln>
        </p:spPr>
      </p:sp>
      <p:sp>
        <p:nvSpPr>
          <p:cNvPr id="334" name="Google Shape;334;p51"/>
          <p:cNvSpPr/>
          <p:nvPr>
            <p:ph idx="9" type="pic"/>
          </p:nvPr>
        </p:nvSpPr>
        <p:spPr>
          <a:xfrm>
            <a:off x="3587175" y="753250"/>
            <a:ext cx="1916100" cy="31164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ktop">
  <p:cSld name="CUSTOM_2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ern Desktop Monitor." id="336" name="Google Shape;33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600" y="-18362"/>
            <a:ext cx="9018199" cy="520919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2"/>
          <p:cNvSpPr/>
          <p:nvPr>
            <p:ph idx="2" type="pic"/>
          </p:nvPr>
        </p:nvSpPr>
        <p:spPr>
          <a:xfrm>
            <a:off x="1479083" y="264705"/>
            <a:ext cx="6138900" cy="36150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board 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/>
          <p:nvPr>
            <p:ph idx="2" type="pic"/>
          </p:nvPr>
        </p:nvSpPr>
        <p:spPr>
          <a:xfrm>
            <a:off x="1345350" y="1750800"/>
            <a:ext cx="6517500" cy="1187700"/>
          </a:xfrm>
          <a:prstGeom prst="roundRect">
            <a:avLst>
              <a:gd fmla="val 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1">
  <p:cSld name="TITLE_18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/>
          <p:nvPr>
            <p:ph idx="2" type="pic"/>
          </p:nvPr>
        </p:nvSpPr>
        <p:spPr>
          <a:xfrm>
            <a:off x="0" y="0"/>
            <a:ext cx="29625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54"/>
          <p:cNvSpPr/>
          <p:nvPr>
            <p:ph idx="3" type="pic"/>
          </p:nvPr>
        </p:nvSpPr>
        <p:spPr>
          <a:xfrm>
            <a:off x="2962500" y="0"/>
            <a:ext cx="3474600" cy="282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54"/>
          <p:cNvSpPr/>
          <p:nvPr>
            <p:ph idx="4" type="pic"/>
          </p:nvPr>
        </p:nvSpPr>
        <p:spPr>
          <a:xfrm>
            <a:off x="0" y="1900800"/>
            <a:ext cx="29625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54"/>
          <p:cNvSpPr/>
          <p:nvPr>
            <p:ph idx="5" type="pic"/>
          </p:nvPr>
        </p:nvSpPr>
        <p:spPr>
          <a:xfrm>
            <a:off x="2962500" y="2824800"/>
            <a:ext cx="3474600" cy="23187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4"/>
          <p:cNvSpPr/>
          <p:nvPr>
            <p:ph idx="6" type="pic"/>
          </p:nvPr>
        </p:nvSpPr>
        <p:spPr>
          <a:xfrm>
            <a:off x="6437100" y="0"/>
            <a:ext cx="2706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2">
  <p:cSld name="TITLE_18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/>
          <p:nvPr>
            <p:ph idx="2" type="pic"/>
          </p:nvPr>
        </p:nvSpPr>
        <p:spPr>
          <a:xfrm>
            <a:off x="0" y="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5"/>
          <p:cNvSpPr/>
          <p:nvPr>
            <p:ph idx="3" type="pic"/>
          </p:nvPr>
        </p:nvSpPr>
        <p:spPr>
          <a:xfrm>
            <a:off x="0" y="1900800"/>
            <a:ext cx="4572000" cy="324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5"/>
          <p:cNvSpPr/>
          <p:nvPr>
            <p:ph idx="4" type="pic"/>
          </p:nvPr>
        </p:nvSpPr>
        <p:spPr>
          <a:xfrm>
            <a:off x="4572000" y="3242700"/>
            <a:ext cx="45720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5"/>
          <p:cNvSpPr/>
          <p:nvPr>
            <p:ph idx="5" type="pic"/>
          </p:nvPr>
        </p:nvSpPr>
        <p:spPr>
          <a:xfrm>
            <a:off x="4572000" y="0"/>
            <a:ext cx="4572000" cy="32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3">
  <p:cSld name="TITLE_18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graphy 4">
  <p:cSld name="TITLE_18_1_1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7"/>
          <p:cNvSpPr/>
          <p:nvPr/>
        </p:nvSpPr>
        <p:spPr>
          <a:xfrm rot="5400000">
            <a:off x="5751250" y="1378625"/>
            <a:ext cx="4276500" cy="199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7"/>
          <p:cNvSpPr txBox="1"/>
          <p:nvPr>
            <p:ph idx="1" type="subTitle"/>
          </p:nvPr>
        </p:nvSpPr>
        <p:spPr>
          <a:xfrm>
            <a:off x="7109425" y="432575"/>
            <a:ext cx="154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57" name="Google Shape;357;p57"/>
          <p:cNvSpPr txBox="1"/>
          <p:nvPr>
            <p:ph idx="3" type="body"/>
          </p:nvPr>
        </p:nvSpPr>
        <p:spPr>
          <a:xfrm>
            <a:off x="7114975" y="3121200"/>
            <a:ext cx="1548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ography Analysis">
  <p:cSld name="TITLE_1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/>
          <p:nvPr>
            <p:ph idx="2" type="pic"/>
          </p:nvPr>
        </p:nvSpPr>
        <p:spPr>
          <a:xfrm>
            <a:off x="7455377" y="1663201"/>
            <a:ext cx="1427400" cy="14274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58"/>
          <p:cNvSpPr/>
          <p:nvPr>
            <p:ph idx="3" type="pic"/>
          </p:nvPr>
        </p:nvSpPr>
        <p:spPr>
          <a:xfrm>
            <a:off x="3703500" y="712800"/>
            <a:ext cx="3328200" cy="33282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58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2" name="Google Shape;362;p58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8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364" name="Google Shape;364;p58"/>
          <p:cNvSpPr txBox="1"/>
          <p:nvPr>
            <p:ph idx="4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365" name="Google Shape;365;p58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366" name="Google Shape;366;p58"/>
          <p:cNvSpPr txBox="1"/>
          <p:nvPr>
            <p:ph idx="5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7" name="Google Shape;367;p58"/>
          <p:cNvSpPr txBox="1"/>
          <p:nvPr>
            <p:ph idx="6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8" name="Google Shape;368;p58"/>
          <p:cNvSpPr txBox="1"/>
          <p:nvPr>
            <p:ph idx="7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69" name="Google Shape;369;p58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58"/>
          <p:cNvSpPr txBox="1"/>
          <p:nvPr>
            <p:ph idx="8" type="body"/>
          </p:nvPr>
        </p:nvSpPr>
        <p:spPr>
          <a:xfrm>
            <a:off x="3703500" y="4183275"/>
            <a:ext cx="3328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1">
  <p:cSld name="TITLE_14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/>
          <p:nvPr/>
        </p:nvSpPr>
        <p:spPr>
          <a:xfrm rot="5400000">
            <a:off x="5382025" y="1009350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9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9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9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6" name="Google Shape;376;p59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7" name="Google Shape;377;p59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8" name="Google Shape;378;p59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9" name="Google Shape;379;p59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59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9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9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9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9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9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9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9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9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9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9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9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9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9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9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9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9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9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9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59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9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9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59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59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59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59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9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59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59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09" name="Google Shape;409;p59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59"/>
          <p:cNvSpPr txBox="1"/>
          <p:nvPr>
            <p:ph idx="39" type="body"/>
          </p:nvPr>
        </p:nvSpPr>
        <p:spPr>
          <a:xfrm>
            <a:off x="6386875" y="3121200"/>
            <a:ext cx="22770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11" name="Google Shape;411;p59"/>
          <p:cNvSpPr txBox="1"/>
          <p:nvPr>
            <p:ph idx="40" type="subTitle"/>
          </p:nvPr>
        </p:nvSpPr>
        <p:spPr>
          <a:xfrm>
            <a:off x="638132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12" name="Google Shape;412;p59"/>
          <p:cNvSpPr txBox="1"/>
          <p:nvPr>
            <p:ph idx="41" type="body"/>
          </p:nvPr>
        </p:nvSpPr>
        <p:spPr>
          <a:xfrm>
            <a:off x="228600" y="4421208"/>
            <a:ext cx="5687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●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○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Work Sans Black"/>
              <a:buChar char="■"/>
              <a:defRPr>
                <a:solidFill>
                  <a:schemeClr val="accent3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Library 2">
  <p:cSld name="TITLE_14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/>
          <p:nvPr>
            <p:ph idx="2" type="pic"/>
          </p:nvPr>
        </p:nvSpPr>
        <p:spPr>
          <a:xfrm>
            <a:off x="2284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60"/>
          <p:cNvSpPr/>
          <p:nvPr>
            <p:ph idx="3" type="pic"/>
          </p:nvPr>
        </p:nvSpPr>
        <p:spPr>
          <a:xfrm>
            <a:off x="2284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60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7" name="Google Shape;417;p60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8" name="Google Shape;418;p60"/>
          <p:cNvSpPr txBox="1"/>
          <p:nvPr>
            <p:ph idx="4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9" name="Google Shape;419;p60"/>
          <p:cNvSpPr txBox="1"/>
          <p:nvPr>
            <p:ph idx="5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0" name="Google Shape;420;p60"/>
          <p:cNvSpPr/>
          <p:nvPr>
            <p:ph idx="6" type="pic"/>
          </p:nvPr>
        </p:nvSpPr>
        <p:spPr>
          <a:xfrm>
            <a:off x="2284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60"/>
          <p:cNvSpPr/>
          <p:nvPr>
            <p:ph idx="7" type="pic"/>
          </p:nvPr>
        </p:nvSpPr>
        <p:spPr>
          <a:xfrm>
            <a:off x="2284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60"/>
          <p:cNvSpPr/>
          <p:nvPr>
            <p:ph idx="8" type="pic"/>
          </p:nvPr>
        </p:nvSpPr>
        <p:spPr>
          <a:xfrm>
            <a:off x="96930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60"/>
          <p:cNvSpPr/>
          <p:nvPr>
            <p:ph idx="9" type="pic"/>
          </p:nvPr>
        </p:nvSpPr>
        <p:spPr>
          <a:xfrm>
            <a:off x="96930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60"/>
          <p:cNvSpPr/>
          <p:nvPr>
            <p:ph idx="13" type="pic"/>
          </p:nvPr>
        </p:nvSpPr>
        <p:spPr>
          <a:xfrm>
            <a:off x="96930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60"/>
          <p:cNvSpPr/>
          <p:nvPr>
            <p:ph idx="14" type="pic"/>
          </p:nvPr>
        </p:nvSpPr>
        <p:spPr>
          <a:xfrm>
            <a:off x="96930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60"/>
          <p:cNvSpPr/>
          <p:nvPr>
            <p:ph idx="15" type="pic"/>
          </p:nvPr>
        </p:nvSpPr>
        <p:spPr>
          <a:xfrm>
            <a:off x="171012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60"/>
          <p:cNvSpPr/>
          <p:nvPr>
            <p:ph idx="16" type="pic"/>
          </p:nvPr>
        </p:nvSpPr>
        <p:spPr>
          <a:xfrm>
            <a:off x="171012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60"/>
          <p:cNvSpPr/>
          <p:nvPr>
            <p:ph idx="17" type="pic"/>
          </p:nvPr>
        </p:nvSpPr>
        <p:spPr>
          <a:xfrm>
            <a:off x="171012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60"/>
          <p:cNvSpPr/>
          <p:nvPr>
            <p:ph idx="18" type="pic"/>
          </p:nvPr>
        </p:nvSpPr>
        <p:spPr>
          <a:xfrm>
            <a:off x="171012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60"/>
          <p:cNvSpPr/>
          <p:nvPr>
            <p:ph idx="19" type="pic"/>
          </p:nvPr>
        </p:nvSpPr>
        <p:spPr>
          <a:xfrm>
            <a:off x="24509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60"/>
          <p:cNvSpPr/>
          <p:nvPr>
            <p:ph idx="20" type="pic"/>
          </p:nvPr>
        </p:nvSpPr>
        <p:spPr>
          <a:xfrm>
            <a:off x="24509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60"/>
          <p:cNvSpPr/>
          <p:nvPr>
            <p:ph idx="21" type="pic"/>
          </p:nvPr>
        </p:nvSpPr>
        <p:spPr>
          <a:xfrm>
            <a:off x="24509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60"/>
          <p:cNvSpPr/>
          <p:nvPr>
            <p:ph idx="22" type="pic"/>
          </p:nvPr>
        </p:nvSpPr>
        <p:spPr>
          <a:xfrm>
            <a:off x="24509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60"/>
          <p:cNvSpPr/>
          <p:nvPr>
            <p:ph idx="23" type="pic"/>
          </p:nvPr>
        </p:nvSpPr>
        <p:spPr>
          <a:xfrm>
            <a:off x="3191052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60"/>
          <p:cNvSpPr/>
          <p:nvPr>
            <p:ph idx="24" type="pic"/>
          </p:nvPr>
        </p:nvSpPr>
        <p:spPr>
          <a:xfrm>
            <a:off x="3191052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60"/>
          <p:cNvSpPr/>
          <p:nvPr>
            <p:ph idx="25" type="pic"/>
          </p:nvPr>
        </p:nvSpPr>
        <p:spPr>
          <a:xfrm>
            <a:off x="3191052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60"/>
          <p:cNvSpPr/>
          <p:nvPr>
            <p:ph idx="26" type="pic"/>
          </p:nvPr>
        </p:nvSpPr>
        <p:spPr>
          <a:xfrm>
            <a:off x="3191052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60"/>
          <p:cNvSpPr/>
          <p:nvPr>
            <p:ph idx="27" type="pic"/>
          </p:nvPr>
        </p:nvSpPr>
        <p:spPr>
          <a:xfrm>
            <a:off x="3931877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60"/>
          <p:cNvSpPr/>
          <p:nvPr>
            <p:ph idx="28" type="pic"/>
          </p:nvPr>
        </p:nvSpPr>
        <p:spPr>
          <a:xfrm>
            <a:off x="3931877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60"/>
          <p:cNvSpPr/>
          <p:nvPr>
            <p:ph idx="29" type="pic"/>
          </p:nvPr>
        </p:nvSpPr>
        <p:spPr>
          <a:xfrm>
            <a:off x="3931877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60"/>
          <p:cNvSpPr/>
          <p:nvPr>
            <p:ph idx="30" type="pic"/>
          </p:nvPr>
        </p:nvSpPr>
        <p:spPr>
          <a:xfrm>
            <a:off x="3931877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60"/>
          <p:cNvSpPr/>
          <p:nvPr>
            <p:ph idx="31" type="pic"/>
          </p:nvPr>
        </p:nvSpPr>
        <p:spPr>
          <a:xfrm>
            <a:off x="467234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60"/>
          <p:cNvSpPr/>
          <p:nvPr>
            <p:ph idx="32" type="pic"/>
          </p:nvPr>
        </p:nvSpPr>
        <p:spPr>
          <a:xfrm>
            <a:off x="467234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60"/>
          <p:cNvSpPr/>
          <p:nvPr>
            <p:ph idx="33" type="pic"/>
          </p:nvPr>
        </p:nvSpPr>
        <p:spPr>
          <a:xfrm>
            <a:off x="467234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/>
          <p:nvPr>
            <p:ph idx="34" type="pic"/>
          </p:nvPr>
        </p:nvSpPr>
        <p:spPr>
          <a:xfrm>
            <a:off x="467234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35" type="pic"/>
          </p:nvPr>
        </p:nvSpPr>
        <p:spPr>
          <a:xfrm>
            <a:off x="54131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/>
          <p:nvPr>
            <p:ph idx="36" type="pic"/>
          </p:nvPr>
        </p:nvSpPr>
        <p:spPr>
          <a:xfrm>
            <a:off x="54131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/>
          <p:nvPr>
            <p:ph idx="37" type="pic"/>
          </p:nvPr>
        </p:nvSpPr>
        <p:spPr>
          <a:xfrm>
            <a:off x="54131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/>
          <p:nvPr>
            <p:ph idx="38" type="pic"/>
          </p:nvPr>
        </p:nvSpPr>
        <p:spPr>
          <a:xfrm>
            <a:off x="54131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0" name="Google Shape;450;p60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60"/>
          <p:cNvSpPr/>
          <p:nvPr>
            <p:ph idx="39" type="pic"/>
          </p:nvPr>
        </p:nvSpPr>
        <p:spPr>
          <a:xfrm>
            <a:off x="61485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/>
          <p:nvPr>
            <p:ph idx="40" type="pic"/>
          </p:nvPr>
        </p:nvSpPr>
        <p:spPr>
          <a:xfrm>
            <a:off x="61485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/>
          <p:nvPr>
            <p:ph idx="41" type="pic"/>
          </p:nvPr>
        </p:nvSpPr>
        <p:spPr>
          <a:xfrm>
            <a:off x="61485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60"/>
          <p:cNvSpPr/>
          <p:nvPr>
            <p:ph idx="42" type="pic"/>
          </p:nvPr>
        </p:nvSpPr>
        <p:spPr>
          <a:xfrm>
            <a:off x="61485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60"/>
          <p:cNvSpPr/>
          <p:nvPr>
            <p:ph idx="43" type="pic"/>
          </p:nvPr>
        </p:nvSpPr>
        <p:spPr>
          <a:xfrm>
            <a:off x="688396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60"/>
          <p:cNvSpPr/>
          <p:nvPr>
            <p:ph idx="44" type="pic"/>
          </p:nvPr>
        </p:nvSpPr>
        <p:spPr>
          <a:xfrm>
            <a:off x="688396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60"/>
          <p:cNvSpPr/>
          <p:nvPr>
            <p:ph idx="45" type="pic"/>
          </p:nvPr>
        </p:nvSpPr>
        <p:spPr>
          <a:xfrm>
            <a:off x="688396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60"/>
          <p:cNvSpPr/>
          <p:nvPr>
            <p:ph idx="46" type="pic"/>
          </p:nvPr>
        </p:nvSpPr>
        <p:spPr>
          <a:xfrm>
            <a:off x="688396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60"/>
          <p:cNvSpPr/>
          <p:nvPr>
            <p:ph idx="47" type="pic"/>
          </p:nvPr>
        </p:nvSpPr>
        <p:spPr>
          <a:xfrm>
            <a:off x="7635290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60"/>
          <p:cNvSpPr/>
          <p:nvPr>
            <p:ph idx="48" type="pic"/>
          </p:nvPr>
        </p:nvSpPr>
        <p:spPr>
          <a:xfrm>
            <a:off x="7635290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60"/>
          <p:cNvSpPr/>
          <p:nvPr>
            <p:ph idx="49" type="pic"/>
          </p:nvPr>
        </p:nvSpPr>
        <p:spPr>
          <a:xfrm>
            <a:off x="7635290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60"/>
          <p:cNvSpPr/>
          <p:nvPr>
            <p:ph idx="50" type="pic"/>
          </p:nvPr>
        </p:nvSpPr>
        <p:spPr>
          <a:xfrm>
            <a:off x="7635290" y="67807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60"/>
          <p:cNvSpPr/>
          <p:nvPr>
            <p:ph idx="51" type="pic"/>
          </p:nvPr>
        </p:nvSpPr>
        <p:spPr>
          <a:xfrm>
            <a:off x="8365615" y="2578623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60"/>
          <p:cNvSpPr/>
          <p:nvPr>
            <p:ph idx="52" type="pic"/>
          </p:nvPr>
        </p:nvSpPr>
        <p:spPr>
          <a:xfrm>
            <a:off x="8365615" y="352889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60"/>
          <p:cNvSpPr/>
          <p:nvPr>
            <p:ph idx="53" type="pic"/>
          </p:nvPr>
        </p:nvSpPr>
        <p:spPr>
          <a:xfrm>
            <a:off x="8365615" y="1628348"/>
            <a:ext cx="512100" cy="512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60"/>
          <p:cNvSpPr/>
          <p:nvPr>
            <p:ph idx="54" type="pic"/>
          </p:nvPr>
        </p:nvSpPr>
        <p:spPr>
          <a:xfrm>
            <a:off x="8365615" y="678073"/>
            <a:ext cx="512100" cy="51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d System">
  <p:cSld name="TITLE_19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1"/>
          <p:cNvSpPr/>
          <p:nvPr/>
        </p:nvSpPr>
        <p:spPr>
          <a:xfrm rot="5400000">
            <a:off x="-543125" y="1009325"/>
            <a:ext cx="4276500" cy="27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61"/>
          <p:cNvSpPr txBox="1"/>
          <p:nvPr>
            <p:ph idx="1" type="subTitle"/>
          </p:nvPr>
        </p:nvSpPr>
        <p:spPr>
          <a:xfrm>
            <a:off x="449575" y="432575"/>
            <a:ext cx="227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Work Sans Black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Work Sans Black"/>
              <a:buNone/>
              <a:defRPr/>
            </a:lvl9pPr>
          </a:lstStyle>
          <a:p/>
        </p:txBody>
      </p:sp>
      <p:sp>
        <p:nvSpPr>
          <p:cNvPr id="470" name="Google Shape;470;p61"/>
          <p:cNvSpPr txBox="1"/>
          <p:nvPr>
            <p:ph idx="2" type="body"/>
          </p:nvPr>
        </p:nvSpPr>
        <p:spPr>
          <a:xfrm>
            <a:off x="449575" y="3121200"/>
            <a:ext cx="22677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/>
            </a:lvl9pPr>
          </a:lstStyle>
          <a:p/>
        </p:txBody>
      </p:sp>
      <p:sp>
        <p:nvSpPr>
          <p:cNvPr id="471" name="Google Shape;471;p61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2" name="Google Shape;472;p61"/>
          <p:cNvSpPr/>
          <p:nvPr>
            <p:ph idx="3" type="pic"/>
          </p:nvPr>
        </p:nvSpPr>
        <p:spPr>
          <a:xfrm>
            <a:off x="3191400" y="237725"/>
            <a:ext cx="1900800" cy="19008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61"/>
          <p:cNvSpPr/>
          <p:nvPr>
            <p:ph idx="4" type="pic"/>
          </p:nvPr>
        </p:nvSpPr>
        <p:spPr>
          <a:xfrm>
            <a:off x="6660675" y="475200"/>
            <a:ext cx="2226300" cy="38034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61"/>
          <p:cNvSpPr/>
          <p:nvPr>
            <p:ph idx="5" type="pic"/>
          </p:nvPr>
        </p:nvSpPr>
        <p:spPr>
          <a:xfrm>
            <a:off x="3191400" y="2613600"/>
            <a:ext cx="3240600" cy="16650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61"/>
          <p:cNvSpPr txBox="1"/>
          <p:nvPr>
            <p:ph type="title"/>
          </p:nvPr>
        </p:nvSpPr>
        <p:spPr>
          <a:xfrm>
            <a:off x="438912" y="612648"/>
            <a:ext cx="22773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/>
            </a:lvl9pPr>
          </a:lstStyle>
          <a:p/>
        </p:txBody>
      </p:sp>
      <p:sp>
        <p:nvSpPr>
          <p:cNvPr id="476" name="Google Shape;476;p61"/>
          <p:cNvSpPr txBox="1"/>
          <p:nvPr>
            <p:ph idx="6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7" name="Google Shape;477;p61"/>
          <p:cNvSpPr txBox="1"/>
          <p:nvPr>
            <p:ph idx="7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8" name="Google Shape;478;p61"/>
          <p:cNvSpPr txBox="1"/>
          <p:nvPr>
            <p:ph idx="8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79" name="Google Shape;479;p61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61"/>
          <p:cNvSpPr txBox="1"/>
          <p:nvPr>
            <p:ph idx="9" type="body"/>
          </p:nvPr>
        </p:nvSpPr>
        <p:spPr>
          <a:xfrm>
            <a:off x="3191400" y="4416313"/>
            <a:ext cx="32406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81" name="Google Shape;481;p61"/>
          <p:cNvSpPr txBox="1"/>
          <p:nvPr>
            <p:ph idx="13" type="body"/>
          </p:nvPr>
        </p:nvSpPr>
        <p:spPr>
          <a:xfrm>
            <a:off x="6660600" y="4416313"/>
            <a:ext cx="22263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482" name="Google Shape;482;p61"/>
          <p:cNvSpPr txBox="1"/>
          <p:nvPr>
            <p:ph idx="14" type="body"/>
          </p:nvPr>
        </p:nvSpPr>
        <p:spPr>
          <a:xfrm>
            <a:off x="3190925" y="2280350"/>
            <a:ext cx="19008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●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○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Work Sans Black"/>
              <a:buChar char="■"/>
              <a:defRPr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mages">
  <p:cSld name="CUSTOM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2"/>
          <p:cNvSpPr/>
          <p:nvPr>
            <p:ph idx="2" type="pic"/>
          </p:nvPr>
        </p:nvSpPr>
        <p:spPr>
          <a:xfrm>
            <a:off x="228450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62"/>
          <p:cNvSpPr/>
          <p:nvPr>
            <p:ph idx="3" type="pic"/>
          </p:nvPr>
        </p:nvSpPr>
        <p:spPr>
          <a:xfrm>
            <a:off x="3191038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62"/>
          <p:cNvSpPr/>
          <p:nvPr>
            <p:ph idx="4" type="pic"/>
          </p:nvPr>
        </p:nvSpPr>
        <p:spPr>
          <a:xfrm>
            <a:off x="6153613" y="237725"/>
            <a:ext cx="2733300" cy="4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62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8" name="Google Shape;488;p62"/>
          <p:cNvSpPr txBox="1"/>
          <p:nvPr>
            <p:ph idx="1" type="body"/>
          </p:nvPr>
        </p:nvSpPr>
        <p:spPr>
          <a:xfrm>
            <a:off x="1655064" y="4911250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9" name="Google Shape;489;p62"/>
          <p:cNvSpPr txBox="1"/>
          <p:nvPr>
            <p:ph idx="5" type="body"/>
          </p:nvPr>
        </p:nvSpPr>
        <p:spPr>
          <a:xfrm>
            <a:off x="448056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0" name="Google Shape;490;p62"/>
          <p:cNvSpPr txBox="1"/>
          <p:nvPr>
            <p:ph idx="6" type="body"/>
          </p:nvPr>
        </p:nvSpPr>
        <p:spPr>
          <a:xfrm>
            <a:off x="6858000" y="4911225"/>
            <a:ext cx="2030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>
                <a:solidFill>
                  <a:schemeClr val="lt2"/>
                </a:solidFill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>
                <a:solidFill>
                  <a:schemeClr val="lt2"/>
                </a:solidFill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91" name="Google Shape;491;p62"/>
          <p:cNvCxnSpPr/>
          <p:nvPr/>
        </p:nvCxnSpPr>
        <p:spPr>
          <a:xfrm rot="10800000">
            <a:off x="226300" y="4788100"/>
            <a:ext cx="866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6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500" name="Google Shape;500;p16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01" name="Google Shape;501;p1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02" name="Google Shape;502;p1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3" name="Google Shape;503;p1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4" name="Google Shape;504;p1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5" name="Google Shape;505;p1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6" name="Google Shape;506;p16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7" name="Google Shape;507;p16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8" name="Google Shape;508;p16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09" name="Google Shape;509;p16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510" name="Google Shape;510;p1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1" name="Google Shape;511;p1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512" name="Google Shape;512;p1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3" name="Google Shape;513;p1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16" name="Google Shape;516;p6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7" name="Google Shape;517;p6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18" name="Google Shape;518;p6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19" name="Google Shape;519;p6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520" name="Google Shape;520;p6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521" name="Google Shape;521;p6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522" name="Google Shape;522;p6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523" name="Google Shape;523;p6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4" name="Google Shape;524;p6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5" name="Google Shape;525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6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6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8" name="Google Shape;528;p6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529" name="Google Shape;529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0" name="Google Shape;530;p6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6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6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3" name="Google Shape;533;p6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4" name="Google Shape;534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5" name="Google Shape;535;p6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6" name="Google Shape;536;p6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6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8" name="Google Shape;538;p6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539" name="Google Shape;539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6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1" name="Google Shape;541;p6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2" name="Google Shape;542;p6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6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545" name="Google Shape;545;p6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46" name="Google Shape;546;p6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7" name="Google Shape;547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8" name="Google Shape;548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9" name="Google Shape;549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2" name="Google Shape;552;p6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53" name="Google Shape;553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4" name="Google Shape;554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5" name="Google Shape;555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8" name="Google Shape;558;p6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59" name="Google Shape;559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0" name="Google Shape;560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1" name="Google Shape;561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4" name="Google Shape;564;p6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5" name="Google Shape;565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6" name="Google Shape;566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7" name="Google Shape;567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8" name="Google Shape;568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9" name="Google Shape;569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70" name="Google Shape;570;p6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71" name="Google Shape;571;p6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2" name="Google Shape;572;p6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3" name="Google Shape;573;p6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4" name="Google Shape;574;p6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5" name="Google Shape;575;p6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576" name="Google Shape;576;p6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7" name="Google Shape;577;p6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78" name="Google Shape;578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p6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581" name="Google Shape;581;p6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82" name="Google Shape;582;p6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3" name="Google Shape;583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6" name="Google Shape;586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7" name="Google Shape;587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8" name="Google Shape;588;p6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9" name="Google Shape;589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2" name="Google Shape;592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3" name="Google Shape;593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4" name="Google Shape;594;p6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5" name="Google Shape;595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6" name="Google Shape;596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7" name="Google Shape;597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8" name="Google Shape;598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9" name="Google Shape;599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00" name="Google Shape;600;p6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1" name="Google Shape;601;p6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2" name="Google Shape;602;p6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3" name="Google Shape;603;p6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4" name="Google Shape;604;p6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5" name="Google Shape;605;p6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06" name="Google Shape;606;p6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07" name="Google Shape;607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6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5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09" name="Google Shape;609;p6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784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0" name="Google Shape;610;p6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196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1" name="Google Shape;611;p6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12" name="Google Shape;612;p6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13" name="Google Shape;613;p6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6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616" name="Google Shape;616;p6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17" name="Google Shape;617;p6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18" name="Google Shape;618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9" name="Google Shape;619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0" name="Google Shape;620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1" name="Google Shape;621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2" name="Google Shape;622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23" name="Google Shape;623;p6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624" name="Google Shape;624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5" name="Google Shape;625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6" name="Google Shape;626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7" name="Google Shape;627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29" name="Google Shape;629;p6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630" name="Google Shape;630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1" name="Google Shape;631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2" name="Google Shape;632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3" name="Google Shape;633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4" name="Google Shape;634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35" name="Google Shape;635;p6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36" name="Google Shape;636;p6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7" name="Google Shape;637;p6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8" name="Google Shape;638;p6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9" name="Google Shape;639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0" name="Google Shape;640;p6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41" name="Google Shape;641;p6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642" name="Google Shape;642;p6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643" name="Google Shape;643;p6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644" name="Google Shape;644;p6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5" name="Google Shape;645;p6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6" name="Google Shape;646;p6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7" name="Google Shape;647;p6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48" name="Google Shape;648;p6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649" name="Google Shape;649;p6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0" name="Google Shape;650;p6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1" name="Google Shape;651;p6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2" name="Google Shape;652;p6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53" name="Google Shape;653;p6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654" name="Google Shape;654;p6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5" name="Google Shape;655;p6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6" name="Google Shape;656;p6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7" name="Google Shape;657;p6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58" name="Google Shape;658;p6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659" name="Google Shape;659;p6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0" name="Google Shape;660;p6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1" name="Google Shape;661;p6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2" name="Google Shape;662;p6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663" name="Google Shape;663;p6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664" name="Google Shape;664;p6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665" name="Google Shape;665;p6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666" name="Google Shape;666;p6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667" name="Google Shape;667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8" name="Google Shape;668;p6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69" name="Google Shape;669;p6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670" name="Google Shape;670;p6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3" name="Google Shape;673;p6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4" name="Google Shape;674;p6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5" name="Google Shape;675;p6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6" name="Google Shape;676;p6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77" name="Google Shape;677;p6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6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6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6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1" name="Google Shape;681;p6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2" name="Google Shape;682;p6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3" name="Google Shape;683;p6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84" name="Google Shape;684;p6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85" name="Google Shape;685;p6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686" name="Google Shape;686;p6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87" name="Google Shape;687;p6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88" name="Google Shape;688;p6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1" name="Google Shape;691;p6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2" name="Google Shape;692;p6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3" name="Google Shape;693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4" name="Google Shape;694;p6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9pPr>
          </a:lstStyle>
          <a:p/>
        </p:txBody>
      </p:sp>
      <p:sp>
        <p:nvSpPr>
          <p:cNvPr id="695" name="Google Shape;695;p6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6" name="Google Shape;696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699" name="Google Shape;699;p7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700" name="Google Shape;700;p70"/>
          <p:cNvGrpSpPr/>
          <p:nvPr/>
        </p:nvGrpSpPr>
        <p:grpSpPr>
          <a:xfrm>
            <a:off x="25" y="4625"/>
            <a:ext cx="2329792" cy="795413"/>
            <a:chOff x="21" y="-511"/>
            <a:chExt cx="2329792" cy="800617"/>
          </a:xfrm>
        </p:grpSpPr>
        <p:grpSp>
          <p:nvGrpSpPr>
            <p:cNvPr id="701" name="Google Shape;701;p7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702" name="Google Shape;702;p7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3" name="Google Shape;703;p7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4" name="Google Shape;704;p7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5" name="Google Shape;705;p7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6" name="Google Shape;706;p7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07" name="Google Shape;707;p7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708" name="Google Shape;708;p7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09" name="Google Shape;709;p7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10" name="Google Shape;710;p7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11" name="Google Shape;711;p7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12" name="Google Shape;712;p7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13" name="Google Shape;713;p7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14" name="Google Shape;714;p7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7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6" name="Google Shape;716;p7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7" name="Google Shape;717;p7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8" name="Google Shape;718;p7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9" name="Google Shape;719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22" name="Google Shape;722;p7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23" name="Google Shape;723;p7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724" name="Google Shape;724;p71"/>
          <p:cNvSpPr txBox="1"/>
          <p:nvPr>
            <p:ph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5" name="Google Shape;725;p7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7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728" name="Google Shape;728;p7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729" name="Google Shape;729;p7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7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7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7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7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4" name="Google Shape;734;p7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735" name="Google Shape;735;p7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6" name="Google Shape;736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7" name="Google Shape;737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7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9" name="Google Shape;739;p7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740" name="Google Shape;740;p7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2" name="Google Shape;742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3" name="Google Shape;743;p7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4" name="Google Shape;744;p7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5" name="Google Shape;745;p7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746" name="Google Shape;746;p7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9" name="Google Shape;749;p7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grpSp>
        <p:nvGrpSpPr>
          <p:cNvPr id="750" name="Google Shape;750;p7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751" name="Google Shape;751;p7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52" name="Google Shape;752;p7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53" name="Google Shape;753;p7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54" name="Google Shape;754;p7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5" name="Google Shape;755;p7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7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7" name="Google Shape;757;p7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7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7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0" name="Google Shape;760;p7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761" name="Google Shape;761;p7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762" name="Google Shape;762;p7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763" name="Google Shape;763;p7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4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66" name="Google Shape;766;p74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767" name="Google Shape;767;p74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68" name="Google Shape;768;p74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769" name="Google Shape;769;p74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0" name="Google Shape;770;p74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1" name="Google Shape;771;p74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2" name="Google Shape;772;p74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3" name="Google Shape;773;p74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774" name="Google Shape;774;p74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5" name="Google Shape;775;p74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5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8" name="Google Shape;778;p75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79" name="Google Shape;779;p75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780" name="Google Shape;780;p75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781" name="Google Shape;781;p7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2" name="Google Shape;782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3" name="Google Shape;783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4" name="Google Shape;784;p75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85" name="Google Shape;785;p75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786" name="Google Shape;786;p7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7" name="Google Shape;787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8" name="Google Shape;788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9" name="Google Shape;789;p75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90" name="Google Shape;790;p75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791" name="Google Shape;791;p7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2" name="Google Shape;792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3" name="Google Shape;793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4" name="Google Shape;794;p75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95" name="Google Shape;795;p75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20"/>
              </a:schemeClr>
            </a:outerShdw>
          </a:effectLst>
        </p:spPr>
      </p:sp>
      <p:sp>
        <p:nvSpPr>
          <p:cNvPr id="796" name="Google Shape;796;p75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797" name="Google Shape;797;p75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8" name="Google Shape;798;p75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99" name="Google Shape;799;p7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00" name="Google Shape;800;p7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6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3" name="Google Shape;803;p7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04" name="Google Shape;804;p76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805" name="Google Shape;805;p7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8" name="Google Shape;808;p7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9" name="Google Shape;809;p77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10" name="Google Shape;810;p77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11" name="Google Shape;811;p77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12" name="Google Shape;812;p77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13" name="Google Shape;813;p77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14" name="Google Shape;814;p77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5" name="Google Shape;815;p7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6" name="Google Shape;816;p7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7" name="Google Shape;817;p7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818" name="Google Shape;818;p77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819" name="Google Shape;819;p77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820" name="Google Shape;820;p77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821" name="Google Shape;821;p77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822" name="Google Shape;822;p77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823" name="Google Shape;823;p77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824" name="Google Shape;824;p77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825" name="Google Shape;825;p77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826" name="Google Shape;826;p77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827" name="Google Shape;827;p7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30" name="Google Shape;830;p7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1" name="Google Shape;831;p78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2" name="Google Shape;832;p78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3" name="Google Shape;833;p78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34" name="Google Shape;834;p78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5" name="Google Shape;835;p78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6" name="Google Shape;836;p78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7" name="Google Shape;837;p7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38" name="Google Shape;838;p7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39" name="Google Shape;839;p78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0" name="Google Shape;840;p7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1" name="Google Shape;841;p78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2" name="Google Shape;842;p78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3" name="Google Shape;843;p78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4" name="Google Shape;844;p78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6" name="Google Shape;846;p78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7" name="Google Shape;847;p78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8" name="Google Shape;848;p78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9" name="Google Shape;849;p7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9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52" name="Google Shape;852;p79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53" name="Google Shape;853;p79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54" name="Google Shape;854;p79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855" name="Google Shape;855;p79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56" name="Google Shape;856;p79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57" name="Google Shape;857;p79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58" name="Google Shape;858;p79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59" name="Google Shape;859;p79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0" name="Google Shape;860;p79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61" name="Google Shape;861;p79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62" name="Google Shape;862;p7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3" name="Google Shape;863;p7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4" name="Google Shape;864;p7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5" name="Google Shape;865;p79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66" name="Google Shape;866;p79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67" name="Google Shape;867;p7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8" name="Google Shape;868;p7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9" name="Google Shape;869;p7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0" name="Google Shape;870;p7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71" name="Google Shape;871;p79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2" name="Google Shape;872;p79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3" name="Google Shape;873;p79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79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79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79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7" name="Google Shape;877;p79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8" name="Google Shape;878;p79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9" name="Google Shape;879;p79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80" name="Google Shape;880;p79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1" name="Google Shape;881;p79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2" name="Google Shape;882;p79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83" name="Google Shape;883;p79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84" name="Google Shape;884;p79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0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7" name="Google Shape;887;p80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8" name="Google Shape;888;p80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9" name="Google Shape;889;p80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90" name="Google Shape;890;p80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91" name="Google Shape;891;p80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92" name="Google Shape;892;p80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3" name="Google Shape;893;p80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4" name="Google Shape;894;p80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7" name="Google Shape;897;p80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8" name="Google Shape;898;p80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99" name="Google Shape;899;p80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0" name="Google Shape;900;p80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1" name="Google Shape;901;p80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2" name="Google Shape;902;p80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03" name="Google Shape;903;p80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1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06" name="Google Shape;906;p81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907" name="Google Shape;907;p81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908" name="Google Shape;908;p8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9" name="Google Shape;909;p81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10" name="Google Shape;910;p81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11" name="Google Shape;911;p81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12" name="Google Shape;912;p81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13" name="Google Shape;913;p81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14" name="Google Shape;914;p81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5" name="Google Shape;915;p81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6" name="Google Shape;916;p81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7" name="Google Shape;917;p81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18" name="Google Shape;918;p81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9" name="Google Shape;919;p81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" name="Google Shape;921;p8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922" name="Google Shape;922;p8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923" name="Google Shape;923;p8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4" name="Google Shape;924;p8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5" name="Google Shape;925;p8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6" name="Google Shape;926;p8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7" name="Google Shape;927;p8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28" name="Google Shape;928;p8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929" name="Google Shape;929;p8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0" name="Google Shape;930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1" name="Google Shape;931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2" name="Google Shape;932;p8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33" name="Google Shape;933;p8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934" name="Google Shape;934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5" name="Google Shape;935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6" name="Google Shape;936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7" name="Google Shape;937;p8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38" name="Google Shape;938;p8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39" name="Google Shape;939;p8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0" name="Google Shape;940;p8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1" name="Google Shape;941;p82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942" name="Google Shape;942;p8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43" name="Google Shape;943;p8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22"/>
              </a:schemeClr>
            </a:outerShdw>
          </a:effectLst>
        </p:spPr>
      </p:sp>
      <p:sp>
        <p:nvSpPr>
          <p:cNvPr id="944" name="Google Shape;944;p8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8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947" name="Google Shape;947;p8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948" name="Google Shape;948;p8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49" name="Google Shape;949;p8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50" name="Google Shape;950;p8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51" name="Google Shape;951;p8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52" name="Google Shape;952;p8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53" name="Google Shape;953;p8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954" name="Google Shape;954;p8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55" name="Google Shape;955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56" name="Google Shape;956;p8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57" name="Google Shape;957;p8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58" name="Google Shape;958;p8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959" name="Google Shape;959;p8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60" name="Google Shape;960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61" name="Google Shape;961;p8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62" name="Google Shape;962;p8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63" name="Google Shape;963;p8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4" name="Google Shape;964;p8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5" name="Google Shape;965;p8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66" name="Google Shape;966;p8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22"/>
              </a:schemeClr>
            </a:outerShdw>
          </a:effectLst>
        </p:spPr>
      </p:sp>
      <p:cxnSp>
        <p:nvCxnSpPr>
          <p:cNvPr id="967" name="Google Shape;967;p83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8" name="Google Shape;968;p83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9" name="Google Shape;969;p83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0" name="Google Shape;970;p83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71" name="Google Shape;971;p83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72" name="Google Shape;972;p83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73" name="Google Shape;973;p83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74" name="Google Shape;974;p83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75" name="Google Shape;975;p83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76" name="Google Shape;976;p83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77" name="Google Shape;977;p83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78" name="Google Shape;978;p83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79" name="Google Shape;979;p83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80" name="Google Shape;980;p83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981" name="Google Shape;981;p83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" name="Google Shape;983;p84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984" name="Google Shape;984;p84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985" name="Google Shape;985;p84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986" name="Google Shape;986;p84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7" name="Google Shape;987;p84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8" name="Google Shape;988;p84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9" name="Google Shape;989;p84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0" name="Google Shape;990;p84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91" name="Google Shape;991;p8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2" name="Google Shape;992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3" name="Google Shape;993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4" name="Google Shape;994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5" name="Google Shape;995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6" name="Google Shape;996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97" name="Google Shape;997;p84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998" name="Google Shape;998;p84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9" name="Google Shape;999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0" name="Google Shape;1000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1" name="Google Shape;1001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2" name="Google Shape;1002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3" name="Google Shape;1003;p8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04" name="Google Shape;1004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5" name="Google Shape;1005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6" name="Google Shape;1006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7" name="Google Shape;1007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08" name="Google Shape;1008;p84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009" name="Google Shape;1009;p84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1010" name="Google Shape;1010;p8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011" name="Google Shape;1011;p8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2" name="Google Shape;1012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3" name="Google Shape;1013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4" name="Google Shape;1014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5" name="Google Shape;1015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6" name="Google Shape;1016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17" name="Google Shape;1017;p8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8" name="Google Shape;1018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9" name="Google Shape;1019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0" name="Google Shape;1020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1" name="Google Shape;1021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2" name="Google Shape;1022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23" name="Google Shape;1023;p8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24" name="Google Shape;1024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5" name="Google Shape;1025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6" name="Google Shape;1026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7" name="Google Shape;1027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8" name="Google Shape;1028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29" name="Google Shape;1029;p8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30" name="Google Shape;1030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1" name="Google Shape;1031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2" name="Google Shape;1032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3" name="Google Shape;1033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4" name="Google Shape;1034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35" name="Google Shape;1035;p8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36" name="Google Shape;1036;p84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7" name="Google Shape;1037;p84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8" name="Google Shape;1038;p84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9" name="Google Shape;1039;p84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0" name="Google Shape;1040;p8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1" name="Google Shape;1041;p84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1042" name="Google Shape;1042;p84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3" name="Google Shape;1043;p84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4" name="Google Shape;1044;p84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5" name="Google Shape;1045;p84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6" name="Google Shape;1046;p84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7" name="Google Shape;1047;p84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8" name="Google Shape;1048;p84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9" name="Google Shape;1049;p84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50" name="Google Shape;1050;p84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1" name="Google Shape;1051;p84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52" name="Google Shape;1052;p84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5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5" name="Google Shape;1055;p85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p85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57" name="Google Shape;1057;p85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58" name="Google Shape;1058;p85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59" name="Google Shape;1059;p85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0" name="Google Shape;1060;p85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1" name="Google Shape;1061;p85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62" name="Google Shape;1062;p85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63" name="Google Shape;1063;p85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4" name="Google Shape;1064;p85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5" name="Google Shape;1065;p85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66" name="Google Shape;1066;p85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67" name="Google Shape;1067;p85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68" name="Google Shape;1068;p85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69" name="Google Shape;1069;p85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70" name="Google Shape;1070;p85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71" name="Google Shape;1071;p85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86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4" name="Google Shape;1074;p86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5" name="Google Shape;1075;p86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6" name="Google Shape;1076;p86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77" name="Google Shape;1077;p86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78" name="Google Shape;1078;p8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79" name="Google Shape;1079;p86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9pPr>
          </a:lstStyle>
          <a:p/>
        </p:txBody>
      </p:sp>
      <p:sp>
        <p:nvSpPr>
          <p:cNvPr id="1080" name="Google Shape;1080;p86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2" name="Google Shape;1082;p87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083" name="Google Shape;1083;p87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084" name="Google Shape;1084;p87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85" name="Google Shape;1085;p87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86" name="Google Shape;1086;p8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87" name="Google Shape;1087;p87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088" name="Google Shape;1088;p8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89" name="Google Shape;1089;p8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90" name="Google Shape;1090;p8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91" name="Google Shape;1091;p87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092" name="Google Shape;1092;p87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93" name="Google Shape;1093;p8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94" name="Google Shape;1094;p8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95" name="Google Shape;1095;p87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096" name="Google Shape;1096;p87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97" name="Google Shape;1097;p8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098" name="Google Shape;1098;p87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099" name="Google Shape;1099;p8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00" name="Google Shape;1100;p87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1" name="Google Shape;1101;p87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02" name="Google Shape;1102;p87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3" name="Google Shape;1103;p87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4" name="Google Shape;1104;p87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5" name="Google Shape;1105;p87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6" name="Google Shape;1106;p87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7" name="Google Shape;1107;p87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8" name="Google Shape;1108;p87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9" name="Google Shape;1109;p87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10" name="Google Shape;1110;p87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88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113" name="Google Shape;1113;p88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114" name="Google Shape;1114;p88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115" name="Google Shape;1115;p8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6" name="Google Shape;1116;p88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117" name="Google Shape;1117;p88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118" name="Google Shape;1118;p88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9" name="Google Shape;1119;p88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20" name="Google Shape;1120;p88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121" name="Google Shape;1121;p88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122" name="Google Shape;1122;p88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23" name="Google Shape;1123;p88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124" name="Google Shape;1124;p88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125" name="Google Shape;1125;p88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26" name="Google Shape;1126;p88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27" name="Google Shape;1127;p88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28" name="Google Shape;1128;p88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29" name="Google Shape;1129;p88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30" name="Google Shape;1130;p88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31" name="Google Shape;1131;p88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32" name="Google Shape;1132;p88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33" name="Google Shape;1133;p88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134" name="Google Shape;1134;p88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135" name="Google Shape;1135;p88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136" name="Google Shape;1136;p88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137" name="Google Shape;1137;p88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138" name="Google Shape;1138;p88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39" name="Google Shape;1139;p88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140" name="Google Shape;1140;p88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141" name="Google Shape;1141;p88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142" name="Google Shape;1142;p88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43" name="Google Shape;1143;p88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44" name="Google Shape;1144;p88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145" name="Google Shape;1145;p88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146" name="Google Shape;1146;p88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47" name="Google Shape;1147;p88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148" name="Google Shape;1148;p88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149" name="Google Shape;1149;p88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50" name="Google Shape;1150;p88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51" name="Google Shape;1151;p88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152" name="Google Shape;1152;p88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3" name="Google Shape;1153;p88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4" name="Google Shape;1154;p88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5" name="Google Shape;1155;p88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56" name="Google Shape;1156;p88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57" name="Google Shape;1157;p88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8" name="Google Shape;1158;p88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59" name="Google Shape;1159;p88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0" name="Google Shape;1160;p88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9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63" name="Google Shape;1163;p89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64" name="Google Shape;1164;p89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65" name="Google Shape;1165;p89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166" name="Google Shape;1166;p8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67" name="Google Shape;1167;p8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68" name="Google Shape;1168;p8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9" name="Google Shape;1169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0" name="Google Shape;1170;p8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71" name="Google Shape;1171;p8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2" name="Google Shape;1172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3" name="Google Shape;1173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4" name="Google Shape;1174;p8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5" name="Google Shape;1175;p8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76" name="Google Shape;1176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7" name="Google Shape;1177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8" name="Google Shape;1178;p8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9" name="Google Shape;1179;p8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80" name="Google Shape;1180;p8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1" name="Google Shape;1181;p8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2" name="Google Shape;1182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3" name="Google Shape;1183;p8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4" name="Google Shape;1184;p8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85" name="Google Shape;1185;p8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6" name="Google Shape;1186;p8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7" name="Google Shape;1187;p8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8" name="Google Shape;1188;p8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9" name="Google Shape;1189;p8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90" name="Google Shape;1190;p89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91" name="Google Shape;1191;p89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92" name="Google Shape;1192;p89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89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89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p89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89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0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9" name="Google Shape;1199;p90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00" name="Google Shape;1200;p90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01" name="Google Shape;1201;p90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02" name="Google Shape;1202;p90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03" name="Google Shape;1203;p90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204" name="Google Shape;1204;p90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5" name="Google Shape;1205;p9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206" name="Google Shape;1206;p9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207" name="Google Shape;1207;p9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08" name="Google Shape;1208;p9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209" name="Google Shape;1209;p9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210" name="Google Shape;1210;p9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11" name="Google Shape;1211;p9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12" name="Google Shape;1212;p9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13" name="Google Shape;1213;p9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214" name="Google Shape;1214;p9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215" name="Google Shape;1215;p9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16" name="Google Shape;1216;p9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17" name="Google Shape;1217;p9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218" name="Google Shape;1218;p9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219" name="Google Shape;1219;p9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20" name="Google Shape;1220;p9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21" name="Google Shape;1221;p9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22" name="Google Shape;1222;p9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223" name="Google Shape;1223;p9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224" name="Google Shape;1224;p9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5" name="Google Shape;1225;p9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6" name="Google Shape;1226;p9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7" name="Google Shape;1227;p9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8" name="Google Shape;1228;p90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29" name="Google Shape;1229;p90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30" name="Google Shape;1230;p90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31" name="Google Shape;1231;p90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32" name="Google Shape;1232;p90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3" name="Google Shape;1233;p90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4" name="Google Shape;1234;p90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5" name="Google Shape;1235;p90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6" name="Google Shape;1236;p90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37" name="Google Shape;1237;p90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1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40" name="Google Shape;1240;p91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241" name="Google Shape;1241;p91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242" name="Google Shape;1242;p91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43" name="Google Shape;1243;p9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4" name="Google Shape;1244;p9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5" name="Google Shape;1245;p9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6" name="Google Shape;1246;p9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7" name="Google Shape;1247;p91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48" name="Google Shape;1248;p9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9" name="Google Shape;1249;p9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0" name="Google Shape;1250;p9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1" name="Google Shape;1251;p9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2" name="Google Shape;1252;p9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53" name="Google Shape;1253;p91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254" name="Google Shape;1254;p9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5" name="Google Shape;1255;p9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6" name="Google Shape;1256;p9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7" name="Google Shape;1257;p91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58" name="Google Shape;1258;p91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259" name="Google Shape;1259;p9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0" name="Google Shape;1260;p9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1" name="Google Shape;1261;p9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2" name="Google Shape;1262;p9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263" name="Google Shape;1263;p91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64" name="Google Shape;1264;p91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5" name="Google Shape;1265;p91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6" name="Google Shape;1266;p91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7" name="Google Shape;1267;p91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8" name="Google Shape;1268;p91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9" name="Google Shape;1269;p91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0" name="Google Shape;1270;p91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1" name="Google Shape;1271;p91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2" name="Google Shape;1272;p91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3" name="Google Shape;1273;p91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74" name="Google Shape;1274;p91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7" name="Google Shape;1277;p9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9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2" name="Google Shape;1282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5" name="Google Shape;1285;p9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6" name="Google Shape;1286;p9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91" name="Google Shape;1291;p9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9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9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6" name="Google Shape;1296;p9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7" name="Google Shape;1297;p9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0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3" name="Google Shape;1303;p10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4" name="Google Shape;1304;p10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5" name="Google Shape;1305;p10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6" name="Google Shape;1306;p10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7" name="Google Shape;1307;p10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8" name="Google Shape;1308;p10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1" name="Google Shape;1311;p10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2" name="Google Shape;1312;p10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0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5" name="Google Shape;1315;p10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6" name="Google Shape;1316;p10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7" name="Google Shape;1317;p10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8" name="Google Shape;1318;p10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1" name="Google Shape;1321;p10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2" name="Google Shape;1322;p10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3" name="Google Shape;1323;p10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4" name="Google Shape;1324;p10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5" name="Google Shape;1325;p10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6" name="Google Shape;1326;p10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0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9" name="Google Shape;1329;p10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0" name="Google Shape;1330;p10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1" name="Google Shape;1331;p10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2" name="Google Shape;1332;p10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3" name="Google Shape;1333;p10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4" name="Google Shape;1334;p10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5" name="Google Shape;1335;p10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6" name="Google Shape;1336;p10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9" name="Google Shape;1339;p10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0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2" name="Google Shape;1342;p10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43" name="Google Shape;1343;p10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44" name="Google Shape;1344;p10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5" name="Google Shape;1345;p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6" name="Google Shape;1346;p10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7" name="Google Shape;1347;p10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0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0" name="Google Shape;1350;p10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3" name="Google Shape;1353;p10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5" name="Google Shape;1355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6" name="Google Shape;1356;p10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57" name="Google Shape;1357;p10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58" name="Google Shape;1358;p10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1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1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3" name="Google Shape;1363;p11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4" name="Google Shape;1364;p11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5" name="Google Shape;1365;p11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6" name="Google Shape;1366;p11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7" name="Google Shape;1367;p11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8" name="Google Shape;1368;p11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9" name="Google Shape;1369;p11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0" name="Google Shape;1370;p11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1" name="Google Shape;1371;p11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1_1_1_1_1_1_1_1_2_1_2_1_1_1">
    <p:bg>
      <p:bgPr>
        <a:solidFill>
          <a:schemeClr val="dk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8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378" name="Google Shape;1378;p18"/>
          <p:cNvSpPr/>
          <p:nvPr/>
        </p:nvSpPr>
        <p:spPr>
          <a:xfrm flipH="1" rot="10800000">
            <a:off x="5434850" y="1434600"/>
            <a:ext cx="3709200" cy="3708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9" name="Google Shape;1379;p18"/>
          <p:cNvSpPr txBox="1"/>
          <p:nvPr>
            <p:ph idx="1" type="body"/>
          </p:nvPr>
        </p:nvSpPr>
        <p:spPr>
          <a:xfrm>
            <a:off x="566475" y="1548175"/>
            <a:ext cx="3639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80" name="Google Shape;1380;p18"/>
          <p:cNvSpPr txBox="1"/>
          <p:nvPr>
            <p:ph idx="2" type="title"/>
          </p:nvPr>
        </p:nvSpPr>
        <p:spPr>
          <a:xfrm>
            <a:off x="566475" y="1226825"/>
            <a:ext cx="3639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81" name="Google Shape;1381;p18"/>
          <p:cNvSpPr txBox="1"/>
          <p:nvPr>
            <p:ph idx="3" type="body"/>
          </p:nvPr>
        </p:nvSpPr>
        <p:spPr>
          <a:xfrm>
            <a:off x="4937950" y="1548175"/>
            <a:ext cx="3639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82" name="Google Shape;1382;p18"/>
          <p:cNvSpPr txBox="1"/>
          <p:nvPr>
            <p:ph idx="4" type="title"/>
          </p:nvPr>
        </p:nvSpPr>
        <p:spPr>
          <a:xfrm>
            <a:off x="4937950" y="1226825"/>
            <a:ext cx="3639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83" name="Google Shape;1383;p18"/>
          <p:cNvSpPr txBox="1"/>
          <p:nvPr>
            <p:ph idx="5" type="body"/>
          </p:nvPr>
        </p:nvSpPr>
        <p:spPr>
          <a:xfrm>
            <a:off x="4937925" y="3564300"/>
            <a:ext cx="3639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84" name="Google Shape;1384;p18"/>
          <p:cNvSpPr txBox="1"/>
          <p:nvPr>
            <p:ph idx="6" type="title"/>
          </p:nvPr>
        </p:nvSpPr>
        <p:spPr>
          <a:xfrm>
            <a:off x="4937925" y="3242950"/>
            <a:ext cx="3639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85" name="Google Shape;1385;p18"/>
          <p:cNvSpPr txBox="1"/>
          <p:nvPr>
            <p:ph idx="7" type="body"/>
          </p:nvPr>
        </p:nvSpPr>
        <p:spPr>
          <a:xfrm>
            <a:off x="566500" y="3564300"/>
            <a:ext cx="3639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86" name="Google Shape;1386;p18"/>
          <p:cNvSpPr txBox="1"/>
          <p:nvPr>
            <p:ph idx="8" type="title"/>
          </p:nvPr>
        </p:nvSpPr>
        <p:spPr>
          <a:xfrm>
            <a:off x="566500" y="3242950"/>
            <a:ext cx="3639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87" name="Google Shape;1387;p18"/>
          <p:cNvSpPr txBox="1"/>
          <p:nvPr>
            <p:ph idx="9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9" name="Google Shape;1389;p112"/>
          <p:cNvCxnSpPr/>
          <p:nvPr/>
        </p:nvCxnSpPr>
        <p:spPr>
          <a:xfrm>
            <a:off x="0" y="3618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0" name="Google Shape;1390;p112"/>
          <p:cNvSpPr/>
          <p:nvPr>
            <p:ph idx="2" type="pic"/>
          </p:nvPr>
        </p:nvSpPr>
        <p:spPr>
          <a:xfrm rot="-5400000">
            <a:off x="4689300" y="690800"/>
            <a:ext cx="3062700" cy="5855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91" name="Google Shape;1391;p112"/>
          <p:cNvSpPr txBox="1"/>
          <p:nvPr>
            <p:ph type="title"/>
          </p:nvPr>
        </p:nvSpPr>
        <p:spPr>
          <a:xfrm>
            <a:off x="256050" y="3313175"/>
            <a:ext cx="2352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92" name="Google Shape;1392;p112"/>
          <p:cNvSpPr txBox="1"/>
          <p:nvPr>
            <p:ph idx="3" type="title"/>
          </p:nvPr>
        </p:nvSpPr>
        <p:spPr>
          <a:xfrm>
            <a:off x="256050" y="3800525"/>
            <a:ext cx="2352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93" name="Google Shape;1393;p112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4" name="Google Shape;1394;p112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">
  <p:cSld name="BLANK_1_1_1"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97" name="Google Shape;1397;p113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1_2"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14"/>
          <p:cNvSpPr/>
          <p:nvPr/>
        </p:nvSpPr>
        <p:spPr>
          <a:xfrm>
            <a:off x="4572000" y="-6600"/>
            <a:ext cx="4572000" cy="5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1" name="Google Shape;1401;p114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402" name="Google Shape;1402;p114"/>
          <p:cNvSpPr txBox="1"/>
          <p:nvPr>
            <p:ph idx="1" type="body"/>
          </p:nvPr>
        </p:nvSpPr>
        <p:spPr>
          <a:xfrm>
            <a:off x="256025" y="15472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03" name="Google Shape;1403;p114"/>
          <p:cNvSpPr txBox="1"/>
          <p:nvPr>
            <p:ph idx="2" type="title"/>
          </p:nvPr>
        </p:nvSpPr>
        <p:spPr>
          <a:xfrm>
            <a:off x="6067500" y="4448600"/>
            <a:ext cx="15810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04" name="Google Shape;1404;p114"/>
          <p:cNvSpPr txBox="1"/>
          <p:nvPr>
            <p:ph idx="3" type="title"/>
          </p:nvPr>
        </p:nvSpPr>
        <p:spPr>
          <a:xfrm>
            <a:off x="6067500" y="4621154"/>
            <a:ext cx="15810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5" name="Google Shape;1405;p114"/>
          <p:cNvSpPr txBox="1"/>
          <p:nvPr>
            <p:ph idx="4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6" name="Google Shape;1406;p114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5">
    <p:bg>
      <p:bgPr>
        <a:solidFill>
          <a:schemeClr val="dk2"/>
        </a:solidFill>
      </p:bgPr>
    </p:bg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1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409" name="Google Shape;1409;p115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0" name="Google Shape;1410;p115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1" name="Google Shape;1411;p115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2" name="Google Shape;1412;p115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3" name="Google Shape;1413;p115"/>
          <p:cNvSpPr txBox="1"/>
          <p:nvPr>
            <p:ph idx="1" type="body"/>
          </p:nvPr>
        </p:nvSpPr>
        <p:spPr>
          <a:xfrm>
            <a:off x="255975" y="1836350"/>
            <a:ext cx="1881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14" name="Google Shape;1414;p115"/>
          <p:cNvSpPr txBox="1"/>
          <p:nvPr>
            <p:ph idx="2" type="title"/>
          </p:nvPr>
        </p:nvSpPr>
        <p:spPr>
          <a:xfrm>
            <a:off x="255975" y="1547275"/>
            <a:ext cx="1881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15" name="Google Shape;1415;p115"/>
          <p:cNvSpPr txBox="1"/>
          <p:nvPr>
            <p:ph idx="3" type="body"/>
          </p:nvPr>
        </p:nvSpPr>
        <p:spPr>
          <a:xfrm>
            <a:off x="2506125" y="1836350"/>
            <a:ext cx="1881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16" name="Google Shape;1416;p115"/>
          <p:cNvSpPr txBox="1"/>
          <p:nvPr>
            <p:ph idx="4" type="title"/>
          </p:nvPr>
        </p:nvSpPr>
        <p:spPr>
          <a:xfrm>
            <a:off x="2506125" y="1547275"/>
            <a:ext cx="1881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17" name="Google Shape;1417;p115"/>
          <p:cNvSpPr txBox="1"/>
          <p:nvPr>
            <p:ph idx="5" type="body"/>
          </p:nvPr>
        </p:nvSpPr>
        <p:spPr>
          <a:xfrm>
            <a:off x="4756275" y="1836350"/>
            <a:ext cx="1881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18" name="Google Shape;1418;p115"/>
          <p:cNvSpPr txBox="1"/>
          <p:nvPr>
            <p:ph idx="6" type="title"/>
          </p:nvPr>
        </p:nvSpPr>
        <p:spPr>
          <a:xfrm>
            <a:off x="4756275" y="1547275"/>
            <a:ext cx="1881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1">
  <p:cSld name="BLANK_1_1_1_1_1_1_1_1_1_1_1_4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16"/>
          <p:cNvSpPr/>
          <p:nvPr/>
        </p:nvSpPr>
        <p:spPr>
          <a:xfrm>
            <a:off x="-75" y="10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116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22" name="Google Shape;1422;p116"/>
          <p:cNvSpPr txBox="1"/>
          <p:nvPr>
            <p:ph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23" name="Google Shape;1423;p116"/>
          <p:cNvSpPr txBox="1"/>
          <p:nvPr>
            <p:ph idx="2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24" name="Google Shape;1424;p116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2">
  <p:cSld name="BLANK_1_1_1_1_1_1_1_1_1_1_1_4_2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17"/>
          <p:cNvSpPr/>
          <p:nvPr/>
        </p:nvSpPr>
        <p:spPr>
          <a:xfrm flipH="1">
            <a:off x="-25" y="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7" name="Google Shape;1427;p117"/>
          <p:cNvSpPr txBox="1"/>
          <p:nvPr>
            <p:ph type="title"/>
          </p:nvPr>
        </p:nvSpPr>
        <p:spPr>
          <a:xfrm>
            <a:off x="256025" y="213150"/>
            <a:ext cx="6054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29" name="Google Shape;1429;p117"/>
          <p:cNvSpPr txBox="1"/>
          <p:nvPr>
            <p:ph idx="2"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30" name="Google Shape;1430;p117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ub-section 3">
  <p:cSld name="BLANK_1_1_1_1_1_1_1_1_1_1_1_4_1_1_1">
    <p:bg>
      <p:bgPr>
        <a:solidFill>
          <a:schemeClr val="dk1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18"/>
          <p:cNvSpPr txBox="1"/>
          <p:nvPr>
            <p:ph type="title"/>
          </p:nvPr>
        </p:nvSpPr>
        <p:spPr>
          <a:xfrm>
            <a:off x="256025" y="213150"/>
            <a:ext cx="5583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33" name="Google Shape;1433;p118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4" name="Google Shape;1434;p118"/>
          <p:cNvSpPr txBox="1"/>
          <p:nvPr>
            <p:ph idx="1" type="body"/>
          </p:nvPr>
        </p:nvSpPr>
        <p:spPr>
          <a:xfrm>
            <a:off x="255975" y="1876725"/>
            <a:ext cx="1881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435" name="Google Shape;1435;p118"/>
          <p:cNvSpPr txBox="1"/>
          <p:nvPr>
            <p:ph idx="2" type="body"/>
          </p:nvPr>
        </p:nvSpPr>
        <p:spPr>
          <a:xfrm>
            <a:off x="2506175" y="1876725"/>
            <a:ext cx="1881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436" name="Google Shape;1436;p118"/>
          <p:cNvSpPr txBox="1"/>
          <p:nvPr>
            <p:ph idx="3" type="body"/>
          </p:nvPr>
        </p:nvSpPr>
        <p:spPr>
          <a:xfrm>
            <a:off x="4756375" y="1876725"/>
            <a:ext cx="1881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437" name="Google Shape;1437;p118"/>
          <p:cNvSpPr txBox="1"/>
          <p:nvPr>
            <p:ph idx="4" type="subTitle"/>
          </p:nvPr>
        </p:nvSpPr>
        <p:spPr>
          <a:xfrm>
            <a:off x="255975" y="1548360"/>
            <a:ext cx="4131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cxnSp>
        <p:nvCxnSpPr>
          <p:cNvPr id="1438" name="Google Shape;1438;p118"/>
          <p:cNvCxnSpPr>
            <a:stCxn id="1439" idx="2"/>
            <a:endCxn id="1440" idx="6"/>
          </p:cNvCxnSpPr>
          <p:nvPr/>
        </p:nvCxnSpPr>
        <p:spPr>
          <a:xfrm>
            <a:off x="7312308" y="609469"/>
            <a:ext cx="1831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0" name="Google Shape;1440;p118"/>
          <p:cNvSpPr/>
          <p:nvPr/>
        </p:nvSpPr>
        <p:spPr>
          <a:xfrm>
            <a:off x="7925052" y="0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118"/>
          <p:cNvSpPr/>
          <p:nvPr/>
        </p:nvSpPr>
        <p:spPr>
          <a:xfrm>
            <a:off x="7503454" y="189104"/>
            <a:ext cx="840900" cy="840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p118"/>
          <p:cNvSpPr/>
          <p:nvPr/>
        </p:nvSpPr>
        <p:spPr>
          <a:xfrm>
            <a:off x="7312308" y="403669"/>
            <a:ext cx="411600" cy="411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1_1_1_1_1_1_1_1_1_1_3_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19"/>
          <p:cNvSpPr txBox="1"/>
          <p:nvPr>
            <p:ph idx="1" type="body"/>
          </p:nvPr>
        </p:nvSpPr>
        <p:spPr>
          <a:xfrm>
            <a:off x="255975" y="2020075"/>
            <a:ext cx="1881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44" name="Google Shape;1444;p119"/>
          <p:cNvSpPr txBox="1"/>
          <p:nvPr>
            <p:ph idx="2" type="subTitle"/>
          </p:nvPr>
        </p:nvSpPr>
        <p:spPr>
          <a:xfrm>
            <a:off x="255975" y="1718725"/>
            <a:ext cx="1881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45" name="Google Shape;1445;p119"/>
          <p:cNvSpPr/>
          <p:nvPr/>
        </p:nvSpPr>
        <p:spPr>
          <a:xfrm flipH="1" rot="10800000">
            <a:off x="6692400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6" name="Google Shape;1446;p11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447" name="Google Shape;1447;p119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8" name="Google Shape;1448;p119"/>
          <p:cNvSpPr txBox="1"/>
          <p:nvPr>
            <p:ph idx="4" type="body"/>
          </p:nvPr>
        </p:nvSpPr>
        <p:spPr>
          <a:xfrm>
            <a:off x="2558625" y="2020075"/>
            <a:ext cx="1881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49" name="Google Shape;1449;p119"/>
          <p:cNvSpPr txBox="1"/>
          <p:nvPr>
            <p:ph idx="5" type="subTitle"/>
          </p:nvPr>
        </p:nvSpPr>
        <p:spPr>
          <a:xfrm>
            <a:off x="2558625" y="1718725"/>
            <a:ext cx="1881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0" name="Google Shape;1450;p119"/>
          <p:cNvSpPr txBox="1"/>
          <p:nvPr>
            <p:ph idx="6" type="body"/>
          </p:nvPr>
        </p:nvSpPr>
        <p:spPr>
          <a:xfrm>
            <a:off x="4808775" y="2020075"/>
            <a:ext cx="1881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51" name="Google Shape;1451;p119"/>
          <p:cNvSpPr txBox="1"/>
          <p:nvPr>
            <p:ph idx="7" type="subTitle"/>
          </p:nvPr>
        </p:nvSpPr>
        <p:spPr>
          <a:xfrm>
            <a:off x="4808775" y="1718725"/>
            <a:ext cx="1881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2" name="Google Shape;1452;p119"/>
          <p:cNvSpPr txBox="1"/>
          <p:nvPr>
            <p:ph idx="8" type="body"/>
          </p:nvPr>
        </p:nvSpPr>
        <p:spPr>
          <a:xfrm>
            <a:off x="6821675" y="2023213"/>
            <a:ext cx="1881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53" name="Google Shape;1453;p119"/>
          <p:cNvSpPr txBox="1"/>
          <p:nvPr>
            <p:ph idx="9" type="subTitle"/>
          </p:nvPr>
        </p:nvSpPr>
        <p:spPr>
          <a:xfrm>
            <a:off x="7058925" y="1718725"/>
            <a:ext cx="1881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4" name="Google Shape;1454;p119"/>
          <p:cNvSpPr txBox="1"/>
          <p:nvPr>
            <p:ph idx="13" type="subTitle"/>
          </p:nvPr>
        </p:nvSpPr>
        <p:spPr>
          <a:xfrm>
            <a:off x="255975" y="1132938"/>
            <a:ext cx="1881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5" name="Google Shape;1455;p119"/>
          <p:cNvSpPr txBox="1"/>
          <p:nvPr>
            <p:ph idx="14" type="subTitle"/>
          </p:nvPr>
        </p:nvSpPr>
        <p:spPr>
          <a:xfrm>
            <a:off x="2558625" y="1132938"/>
            <a:ext cx="1881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6" name="Google Shape;1456;p119"/>
          <p:cNvSpPr txBox="1"/>
          <p:nvPr>
            <p:ph idx="15" type="subTitle"/>
          </p:nvPr>
        </p:nvSpPr>
        <p:spPr>
          <a:xfrm>
            <a:off x="4808775" y="1132938"/>
            <a:ext cx="1881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7" name="Google Shape;1457;p119"/>
          <p:cNvSpPr txBox="1"/>
          <p:nvPr>
            <p:ph idx="16" type="subTitle"/>
          </p:nvPr>
        </p:nvSpPr>
        <p:spPr>
          <a:xfrm>
            <a:off x="7058925" y="1132938"/>
            <a:ext cx="1881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2 content display">
  <p:cSld name="BLANK_1_1_1_1_1_1_1_1_1_1_1_2_1_4">
    <p:bg>
      <p:bgPr>
        <a:solidFill>
          <a:schemeClr val="lt1"/>
        </a:solidFill>
      </p:bgPr>
    </p:bg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20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2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1" name="Google Shape;1461;p12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462" name="Google Shape;1462;p120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3" name="Google Shape;1463;p120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4" name="Google Shape;1464;p120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5" name="Google Shape;1465;p120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6" name="Google Shape;1466;p120"/>
          <p:cNvCxnSpPr>
            <a:stCxn id="1465" idx="7"/>
            <a:endCxn id="1462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7" name="Google Shape;1467;p120"/>
          <p:cNvCxnSpPr>
            <a:stCxn id="1465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8" name="Google Shape;1468;p120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9" name="Google Shape;1469;p120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70" name="Google Shape;1470;p120"/>
          <p:cNvSpPr txBox="1"/>
          <p:nvPr>
            <p:ph idx="2" type="body"/>
          </p:nvPr>
        </p:nvSpPr>
        <p:spPr>
          <a:xfrm>
            <a:off x="1994150" y="3231050"/>
            <a:ext cx="2458500" cy="16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71" name="Google Shape;1471;p120"/>
          <p:cNvSpPr/>
          <p:nvPr>
            <p:ph idx="3" type="pic"/>
          </p:nvPr>
        </p:nvSpPr>
        <p:spPr>
          <a:xfrm>
            <a:off x="255950" y="29831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72" name="Google Shape;1472;p120"/>
          <p:cNvSpPr txBox="1"/>
          <p:nvPr>
            <p:ph idx="4" type="subTitle"/>
          </p:nvPr>
        </p:nvSpPr>
        <p:spPr>
          <a:xfrm>
            <a:off x="1994150" y="2994050"/>
            <a:ext cx="2458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473" name="Google Shape;1473;p120"/>
          <p:cNvSpPr txBox="1"/>
          <p:nvPr>
            <p:ph idx="5" type="body"/>
          </p:nvPr>
        </p:nvSpPr>
        <p:spPr>
          <a:xfrm>
            <a:off x="6429400" y="3231850"/>
            <a:ext cx="2458500" cy="16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74" name="Google Shape;1474;p120"/>
          <p:cNvSpPr/>
          <p:nvPr>
            <p:ph idx="6" type="pic"/>
          </p:nvPr>
        </p:nvSpPr>
        <p:spPr>
          <a:xfrm>
            <a:off x="4691200" y="29839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75" name="Google Shape;1475;p120"/>
          <p:cNvSpPr txBox="1"/>
          <p:nvPr>
            <p:ph idx="7" type="subTitle"/>
          </p:nvPr>
        </p:nvSpPr>
        <p:spPr>
          <a:xfrm>
            <a:off x="6429400" y="2994850"/>
            <a:ext cx="2458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476" name="Google Shape;1476;p120"/>
          <p:cNvSpPr txBox="1"/>
          <p:nvPr>
            <p:ph idx="8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2_1_3">
    <p:bg>
      <p:bgPr>
        <a:solidFill>
          <a:schemeClr val="dk2"/>
        </a:solidFill>
      </p:bgPr>
    </p:bg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21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9" name="Google Shape;1479;p121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0" name="Google Shape;1480;p12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481" name="Google Shape;1481;p12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2" name="Google Shape;1482;p12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3" name="Google Shape;1483;p12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4" name="Google Shape;1484;p12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5" name="Google Shape;1485;p121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86" name="Google Shape;1486;p121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">
  <p:cSld name="BLANK_1_1_1_1_1_1_1_1_1_1_1_2_1_3_1">
    <p:bg>
      <p:bgPr>
        <a:solidFill>
          <a:schemeClr val="dk2"/>
        </a:solidFill>
      </p:bgPr>
    </p:bg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2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9" name="Google Shape;1489;p122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0" name="Google Shape;1490;p122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491" name="Google Shape;1491;p122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2" name="Google Shape;1492;p122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3" name="Google Shape;1493;p122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4" name="Google Shape;1494;p122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5" name="Google Shape;1495;p122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96" name="Google Shape;1496;p122"/>
          <p:cNvSpPr txBox="1"/>
          <p:nvPr>
            <p:ph idx="2" type="body"/>
          </p:nvPr>
        </p:nvSpPr>
        <p:spPr>
          <a:xfrm>
            <a:off x="444125" y="4243800"/>
            <a:ext cx="240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97" name="Google Shape;1497;p122"/>
          <p:cNvSpPr txBox="1"/>
          <p:nvPr>
            <p:ph idx="3" type="body"/>
          </p:nvPr>
        </p:nvSpPr>
        <p:spPr>
          <a:xfrm>
            <a:off x="3370950" y="4243800"/>
            <a:ext cx="240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98" name="Google Shape;1498;p122"/>
          <p:cNvSpPr txBox="1"/>
          <p:nvPr>
            <p:ph idx="4" type="body"/>
          </p:nvPr>
        </p:nvSpPr>
        <p:spPr>
          <a:xfrm>
            <a:off x="6297725" y="4243800"/>
            <a:ext cx="240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99" name="Google Shape;1499;p122"/>
          <p:cNvSpPr txBox="1"/>
          <p:nvPr>
            <p:ph idx="5" type="title"/>
          </p:nvPr>
        </p:nvSpPr>
        <p:spPr>
          <a:xfrm>
            <a:off x="444125" y="3094675"/>
            <a:ext cx="240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00" name="Google Shape;1500;p122"/>
          <p:cNvSpPr txBox="1"/>
          <p:nvPr>
            <p:ph idx="6" type="title"/>
          </p:nvPr>
        </p:nvSpPr>
        <p:spPr>
          <a:xfrm>
            <a:off x="3370950" y="3094675"/>
            <a:ext cx="240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01" name="Google Shape;1501;p122"/>
          <p:cNvSpPr txBox="1"/>
          <p:nvPr>
            <p:ph idx="7" type="title"/>
          </p:nvPr>
        </p:nvSpPr>
        <p:spPr>
          <a:xfrm>
            <a:off x="6297775" y="3094675"/>
            <a:ext cx="240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6">
  <p:cSld name="BLANK_1_1_1_1_1_1_1_1_1_1_1_2_1_2_2"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23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04" name="Google Shape;1504;p123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05" name="Google Shape;1505;p123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6" name="Google Shape;1506;p123"/>
          <p:cNvSpPr txBox="1"/>
          <p:nvPr>
            <p:ph idx="3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9pPr>
          </a:lstStyle>
          <a:p/>
        </p:txBody>
      </p:sp>
      <p:sp>
        <p:nvSpPr>
          <p:cNvPr id="1507" name="Google Shape;1507;p123"/>
          <p:cNvSpPr txBox="1"/>
          <p:nvPr>
            <p:ph idx="4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8" name="Google Shape;1508;p123"/>
          <p:cNvSpPr txBox="1"/>
          <p:nvPr>
            <p:ph idx="5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9pPr>
          </a:lstStyle>
          <a:p/>
        </p:txBody>
      </p:sp>
      <p:sp>
        <p:nvSpPr>
          <p:cNvPr id="1509" name="Google Shape;1509;p123"/>
          <p:cNvSpPr txBox="1"/>
          <p:nvPr>
            <p:ph idx="6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0" name="Google Shape;1510;p123"/>
          <p:cNvSpPr txBox="1"/>
          <p:nvPr>
            <p:ph idx="7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9pPr>
          </a:lstStyle>
          <a:p/>
        </p:txBody>
      </p:sp>
      <p:sp>
        <p:nvSpPr>
          <p:cNvPr id="1511" name="Google Shape;1511;p123"/>
          <p:cNvSpPr txBox="1"/>
          <p:nvPr>
            <p:ph idx="8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7">
  <p:cSld name="BLANK_1_1_1_1_1_1_1_1_1_1_1_2_1_2_2_1">
    <p:bg>
      <p:bgPr>
        <a:solidFill>
          <a:schemeClr val="dk2"/>
        </a:solidFill>
      </p:bgPr>
    </p:bg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24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4" name="Google Shape;1514;p124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15" name="Google Shape;1515;p124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16" name="Google Shape;1516;p124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7" name="Google Shape;1517;p124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8" name="Google Shape;1518;p124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9" name="Google Shape;1519;p124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0" name="Google Shape;1520;p124"/>
          <p:cNvSpPr txBox="1"/>
          <p:nvPr>
            <p:ph idx="2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9pPr>
          </a:lstStyle>
          <a:p/>
        </p:txBody>
      </p:sp>
      <p:sp>
        <p:nvSpPr>
          <p:cNvPr id="1521" name="Google Shape;1521;p124"/>
          <p:cNvSpPr txBox="1"/>
          <p:nvPr>
            <p:ph idx="3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2" name="Google Shape;1522;p124"/>
          <p:cNvSpPr txBox="1"/>
          <p:nvPr>
            <p:ph idx="4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9pPr>
          </a:lstStyle>
          <a:p/>
        </p:txBody>
      </p:sp>
      <p:sp>
        <p:nvSpPr>
          <p:cNvPr id="1523" name="Google Shape;1523;p124"/>
          <p:cNvSpPr txBox="1"/>
          <p:nvPr>
            <p:ph idx="5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4" name="Google Shape;1524;p124"/>
          <p:cNvSpPr txBox="1"/>
          <p:nvPr>
            <p:ph idx="6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9pPr>
          </a:lstStyle>
          <a:p/>
        </p:txBody>
      </p:sp>
      <p:sp>
        <p:nvSpPr>
          <p:cNvPr id="1525" name="Google Shape;1525;p124"/>
          <p:cNvSpPr txBox="1"/>
          <p:nvPr>
            <p:ph idx="7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8">
  <p:cSld name="BLANK_1_1_1_1_1_1_1_1_1_1_1_2_1_5">
    <p:bg>
      <p:bgPr>
        <a:solidFill>
          <a:schemeClr val="lt1"/>
        </a:solidFill>
      </p:bgPr>
    </p:bg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25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125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9" name="Google Shape;1529;p12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30" name="Google Shape;1530;p125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1" name="Google Shape;1531;p125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2" name="Google Shape;1532;p125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3" name="Google Shape;1533;p125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34" name="Google Shape;1534;p125"/>
          <p:cNvCxnSpPr>
            <a:stCxn id="1533" idx="7"/>
            <a:endCxn id="1530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5" name="Google Shape;1535;p125"/>
          <p:cNvCxnSpPr>
            <a:stCxn id="1533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6" name="Google Shape;1536;p125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7" name="Google Shape;1537;p125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38" name="Google Shape;1538;p125"/>
          <p:cNvSpPr txBox="1"/>
          <p:nvPr>
            <p:ph idx="2" type="title"/>
          </p:nvPr>
        </p:nvSpPr>
        <p:spPr>
          <a:xfrm>
            <a:off x="112425" y="35229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539" name="Google Shape;1539;p125"/>
          <p:cNvSpPr txBox="1"/>
          <p:nvPr>
            <p:ph idx="3" type="subTitle"/>
          </p:nvPr>
        </p:nvSpPr>
        <p:spPr>
          <a:xfrm>
            <a:off x="459075" y="4178725"/>
            <a:ext cx="1206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0" name="Google Shape;1540;p125"/>
          <p:cNvSpPr txBox="1"/>
          <p:nvPr>
            <p:ph idx="4" type="title"/>
          </p:nvPr>
        </p:nvSpPr>
        <p:spPr>
          <a:xfrm>
            <a:off x="4718600" y="3522983"/>
            <a:ext cx="18993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541" name="Google Shape;1541;p125"/>
          <p:cNvSpPr txBox="1"/>
          <p:nvPr>
            <p:ph idx="5" type="subTitle"/>
          </p:nvPr>
        </p:nvSpPr>
        <p:spPr>
          <a:xfrm>
            <a:off x="5065250" y="4178725"/>
            <a:ext cx="1206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2" name="Google Shape;1542;p125"/>
          <p:cNvSpPr txBox="1"/>
          <p:nvPr>
            <p:ph idx="6" type="body"/>
          </p:nvPr>
        </p:nvSpPr>
        <p:spPr>
          <a:xfrm>
            <a:off x="6880375" y="3231050"/>
            <a:ext cx="2030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43" name="Google Shape;1543;p125"/>
          <p:cNvSpPr txBox="1"/>
          <p:nvPr>
            <p:ph idx="7" type="subTitle"/>
          </p:nvPr>
        </p:nvSpPr>
        <p:spPr>
          <a:xfrm>
            <a:off x="6880375" y="2984750"/>
            <a:ext cx="203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4" name="Google Shape;1544;p125"/>
          <p:cNvSpPr txBox="1"/>
          <p:nvPr>
            <p:ph idx="8" type="subTitle"/>
          </p:nvPr>
        </p:nvSpPr>
        <p:spPr>
          <a:xfrm>
            <a:off x="2274000" y="2984750"/>
            <a:ext cx="203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5" name="Google Shape;1545;p125"/>
          <p:cNvSpPr txBox="1"/>
          <p:nvPr>
            <p:ph idx="9" type="body"/>
          </p:nvPr>
        </p:nvSpPr>
        <p:spPr>
          <a:xfrm>
            <a:off x="2274000" y="3231050"/>
            <a:ext cx="2030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9">
  <p:cSld name="BLANK_1_1_1_1_1_1_1_1_1_1_1_2_1_6">
    <p:bg>
      <p:bgPr>
        <a:solidFill>
          <a:schemeClr val="lt1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26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8" name="Google Shape;1548;p126"/>
          <p:cNvSpPr txBox="1"/>
          <p:nvPr>
            <p:ph idx="1" type="body"/>
          </p:nvPr>
        </p:nvSpPr>
        <p:spPr>
          <a:xfrm>
            <a:off x="422609" y="4243800"/>
            <a:ext cx="17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49" name="Google Shape;1549;p126"/>
          <p:cNvSpPr txBox="1"/>
          <p:nvPr>
            <p:ph idx="2" type="body"/>
          </p:nvPr>
        </p:nvSpPr>
        <p:spPr>
          <a:xfrm>
            <a:off x="2614838" y="4243800"/>
            <a:ext cx="17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50" name="Google Shape;1550;p126"/>
          <p:cNvSpPr txBox="1"/>
          <p:nvPr>
            <p:ph idx="3" type="body"/>
          </p:nvPr>
        </p:nvSpPr>
        <p:spPr>
          <a:xfrm>
            <a:off x="4785550" y="4243800"/>
            <a:ext cx="17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51" name="Google Shape;1551;p126"/>
          <p:cNvSpPr txBox="1"/>
          <p:nvPr>
            <p:ph idx="4" type="body"/>
          </p:nvPr>
        </p:nvSpPr>
        <p:spPr>
          <a:xfrm>
            <a:off x="6956263" y="4243800"/>
            <a:ext cx="17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52" name="Google Shape;1552;p126"/>
          <p:cNvSpPr txBox="1"/>
          <p:nvPr>
            <p:ph type="title"/>
          </p:nvPr>
        </p:nvSpPr>
        <p:spPr>
          <a:xfrm>
            <a:off x="422609" y="3094675"/>
            <a:ext cx="1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53" name="Google Shape;1553;p126"/>
          <p:cNvSpPr txBox="1"/>
          <p:nvPr>
            <p:ph idx="5" type="title"/>
          </p:nvPr>
        </p:nvSpPr>
        <p:spPr>
          <a:xfrm>
            <a:off x="2614838" y="3094675"/>
            <a:ext cx="1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54" name="Google Shape;1554;p126"/>
          <p:cNvSpPr txBox="1"/>
          <p:nvPr>
            <p:ph idx="6" type="title"/>
          </p:nvPr>
        </p:nvSpPr>
        <p:spPr>
          <a:xfrm>
            <a:off x="4785550" y="3094675"/>
            <a:ext cx="1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55" name="Google Shape;1555;p126"/>
          <p:cNvSpPr txBox="1"/>
          <p:nvPr>
            <p:ph idx="7" type="title"/>
          </p:nvPr>
        </p:nvSpPr>
        <p:spPr>
          <a:xfrm>
            <a:off x="6956263" y="3094675"/>
            <a:ext cx="1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56" name="Google Shape;1556;p126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126"/>
          <p:cNvSpPr txBox="1"/>
          <p:nvPr>
            <p:ph idx="8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58" name="Google Shape;1558;p126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9" name="Google Shape;1559;p126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0" name="Google Shape;1560;p126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1" name="Google Shape;1561;p126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2" name="Google Shape;1562;p126"/>
          <p:cNvCxnSpPr>
            <a:stCxn id="1561" idx="7"/>
            <a:endCxn id="1558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3" name="Google Shape;1563;p126"/>
          <p:cNvCxnSpPr>
            <a:stCxn id="1561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4" name="Google Shape;1564;p126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5" name="Google Shape;1565;p126"/>
          <p:cNvSpPr txBox="1"/>
          <p:nvPr>
            <p:ph idx="9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 content display">
  <p:cSld name="BLANK_1_1_1_1_1_1_1_1_1_1_1_2_1_2_1"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2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cxnSp>
        <p:nvCxnSpPr>
          <p:cNvPr id="1568" name="Google Shape;1568;p127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9" name="Google Shape;1569;p127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70" name="Google Shape;1570;p127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71" name="Google Shape;1571;p127"/>
          <p:cNvSpPr txBox="1"/>
          <p:nvPr>
            <p:ph idx="3" type="body"/>
          </p:nvPr>
        </p:nvSpPr>
        <p:spPr>
          <a:xfrm>
            <a:off x="3582350" y="3224900"/>
            <a:ext cx="3639600" cy="16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72" name="Google Shape;1572;p127"/>
          <p:cNvSpPr txBox="1"/>
          <p:nvPr>
            <p:ph idx="4" type="subTitle"/>
          </p:nvPr>
        </p:nvSpPr>
        <p:spPr>
          <a:xfrm>
            <a:off x="3582350" y="2987900"/>
            <a:ext cx="36396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573" name="Google Shape;1573;p127"/>
          <p:cNvSpPr/>
          <p:nvPr>
            <p:ph idx="5" type="pic"/>
          </p:nvPr>
        </p:nvSpPr>
        <p:spPr>
          <a:xfrm>
            <a:off x="256025" y="2987900"/>
            <a:ext cx="31764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74" name="Google Shape;1574;p127"/>
          <p:cNvSpPr txBox="1"/>
          <p:nvPr>
            <p:ph idx="6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with image">
  <p:cSld name="BLANK_1_1_1_1_1_1_1_1_1_1_1_2_1_2_1_1">
    <p:bg>
      <p:bgPr>
        <a:solidFill>
          <a:schemeClr val="lt1"/>
        </a:solidFill>
      </p:bgPr>
    </p:bg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28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77" name="Google Shape;1577;p128"/>
          <p:cNvSpPr/>
          <p:nvPr>
            <p:ph idx="2" type="pic"/>
          </p:nvPr>
        </p:nvSpPr>
        <p:spPr>
          <a:xfrm>
            <a:off x="6565675" y="6375"/>
            <a:ext cx="257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8" name="Google Shape;1578;p128"/>
          <p:cNvSpPr txBox="1"/>
          <p:nvPr>
            <p:ph idx="1" type="body"/>
          </p:nvPr>
        </p:nvSpPr>
        <p:spPr>
          <a:xfrm>
            <a:off x="256600" y="1672900"/>
            <a:ext cx="1881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79" name="Google Shape;1579;p128"/>
          <p:cNvSpPr txBox="1"/>
          <p:nvPr>
            <p:ph idx="3" type="title"/>
          </p:nvPr>
        </p:nvSpPr>
        <p:spPr>
          <a:xfrm>
            <a:off x="256600" y="1383825"/>
            <a:ext cx="1881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0" name="Google Shape;1580;p128"/>
          <p:cNvSpPr txBox="1"/>
          <p:nvPr>
            <p:ph idx="4" type="body"/>
          </p:nvPr>
        </p:nvSpPr>
        <p:spPr>
          <a:xfrm>
            <a:off x="256600" y="3630275"/>
            <a:ext cx="1881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81" name="Google Shape;1581;p128"/>
          <p:cNvSpPr txBox="1"/>
          <p:nvPr>
            <p:ph idx="5" type="title"/>
          </p:nvPr>
        </p:nvSpPr>
        <p:spPr>
          <a:xfrm>
            <a:off x="256600" y="3341200"/>
            <a:ext cx="1881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2" name="Google Shape;1582;p128"/>
          <p:cNvSpPr txBox="1"/>
          <p:nvPr>
            <p:ph idx="6" type="body"/>
          </p:nvPr>
        </p:nvSpPr>
        <p:spPr>
          <a:xfrm>
            <a:off x="2582375" y="1672900"/>
            <a:ext cx="1881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83" name="Google Shape;1583;p128"/>
          <p:cNvSpPr txBox="1"/>
          <p:nvPr>
            <p:ph idx="7" type="title"/>
          </p:nvPr>
        </p:nvSpPr>
        <p:spPr>
          <a:xfrm>
            <a:off x="2582375" y="1383825"/>
            <a:ext cx="1881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BLANK_1_1_1_1_1_1_1_1_1_1_1_1"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29"/>
          <p:cNvSpPr/>
          <p:nvPr/>
        </p:nvSpPr>
        <p:spPr>
          <a:xfrm flipH="1" rot="10800000">
            <a:off x="6711875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6" name="Google Shape;1586;p129"/>
          <p:cNvSpPr txBox="1"/>
          <p:nvPr>
            <p:ph idx="1" type="subTitle"/>
          </p:nvPr>
        </p:nvSpPr>
        <p:spPr>
          <a:xfrm>
            <a:off x="4994475" y="1093500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587" name="Google Shape;1587;p129"/>
          <p:cNvSpPr txBox="1"/>
          <p:nvPr>
            <p:ph idx="2" type="subTitle"/>
          </p:nvPr>
        </p:nvSpPr>
        <p:spPr>
          <a:xfrm>
            <a:off x="4994475" y="1721375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588" name="Google Shape;1588;p129"/>
          <p:cNvSpPr txBox="1"/>
          <p:nvPr>
            <p:ph idx="3" type="subTitle"/>
          </p:nvPr>
        </p:nvSpPr>
        <p:spPr>
          <a:xfrm>
            <a:off x="4994475" y="2349250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589" name="Google Shape;1589;p129"/>
          <p:cNvSpPr txBox="1"/>
          <p:nvPr>
            <p:ph idx="4" type="subTitle"/>
          </p:nvPr>
        </p:nvSpPr>
        <p:spPr>
          <a:xfrm>
            <a:off x="4994475" y="2977125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590" name="Google Shape;1590;p129"/>
          <p:cNvSpPr txBox="1"/>
          <p:nvPr>
            <p:ph idx="5" type="subTitle"/>
          </p:nvPr>
        </p:nvSpPr>
        <p:spPr>
          <a:xfrm>
            <a:off x="4994475" y="3605000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591" name="Google Shape;1591;p129"/>
          <p:cNvSpPr txBox="1"/>
          <p:nvPr>
            <p:ph idx="6" type="subTitle"/>
          </p:nvPr>
        </p:nvSpPr>
        <p:spPr>
          <a:xfrm>
            <a:off x="4994475" y="4232875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592" name="Google Shape;1592;p129"/>
          <p:cNvSpPr/>
          <p:nvPr>
            <p:ph idx="7" type="pic"/>
          </p:nvPr>
        </p:nvSpPr>
        <p:spPr>
          <a:xfrm>
            <a:off x="50" y="1278300"/>
            <a:ext cx="4285500" cy="3865200"/>
          </a:xfrm>
          <a:prstGeom prst="rect">
            <a:avLst/>
          </a:prstGeom>
          <a:noFill/>
          <a:ln>
            <a:noFill/>
          </a:ln>
        </p:spPr>
      </p:sp>
      <p:sp>
        <p:nvSpPr>
          <p:cNvPr id="1593" name="Google Shape;1593;p12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594" name="Google Shape;1594;p129"/>
          <p:cNvSpPr txBox="1"/>
          <p:nvPr>
            <p:ph idx="8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5" name="Google Shape;1595;p129"/>
          <p:cNvSpPr txBox="1"/>
          <p:nvPr>
            <p:ph idx="9" type="subTitle"/>
          </p:nvPr>
        </p:nvSpPr>
        <p:spPr>
          <a:xfrm>
            <a:off x="5343675" y="1093500"/>
            <a:ext cx="35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1596" name="Google Shape;1596;p129"/>
          <p:cNvSpPr txBox="1"/>
          <p:nvPr>
            <p:ph idx="13" type="subTitle"/>
          </p:nvPr>
        </p:nvSpPr>
        <p:spPr>
          <a:xfrm>
            <a:off x="5343675" y="1721375"/>
            <a:ext cx="35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1597" name="Google Shape;1597;p129"/>
          <p:cNvSpPr txBox="1"/>
          <p:nvPr>
            <p:ph idx="14" type="subTitle"/>
          </p:nvPr>
        </p:nvSpPr>
        <p:spPr>
          <a:xfrm>
            <a:off x="5343675" y="2349250"/>
            <a:ext cx="35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1598" name="Google Shape;1598;p129"/>
          <p:cNvSpPr txBox="1"/>
          <p:nvPr>
            <p:ph idx="15" type="subTitle"/>
          </p:nvPr>
        </p:nvSpPr>
        <p:spPr>
          <a:xfrm>
            <a:off x="5343675" y="2977125"/>
            <a:ext cx="35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1599" name="Google Shape;1599;p129"/>
          <p:cNvSpPr txBox="1"/>
          <p:nvPr>
            <p:ph idx="16" type="subTitle"/>
          </p:nvPr>
        </p:nvSpPr>
        <p:spPr>
          <a:xfrm>
            <a:off x="5343675" y="3605000"/>
            <a:ext cx="35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1600" name="Google Shape;1600;p129"/>
          <p:cNvSpPr txBox="1"/>
          <p:nvPr>
            <p:ph idx="17" type="subTitle"/>
          </p:nvPr>
        </p:nvSpPr>
        <p:spPr>
          <a:xfrm>
            <a:off x="5343675" y="4232875"/>
            <a:ext cx="354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alt">
  <p:cSld name="BLANK_1_1_1_1_1_1_1_1_1_1_1_1_1_1_1_1_1_1_1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30"/>
          <p:cNvSpPr txBox="1"/>
          <p:nvPr>
            <p:ph idx="1" type="body"/>
          </p:nvPr>
        </p:nvSpPr>
        <p:spPr>
          <a:xfrm>
            <a:off x="256025" y="4056350"/>
            <a:ext cx="266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03" name="Google Shape;1603;p130"/>
          <p:cNvSpPr txBox="1"/>
          <p:nvPr>
            <p:ph idx="2" type="body"/>
          </p:nvPr>
        </p:nvSpPr>
        <p:spPr>
          <a:xfrm>
            <a:off x="3241424" y="4056350"/>
            <a:ext cx="266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04" name="Google Shape;1604;p130"/>
          <p:cNvSpPr txBox="1"/>
          <p:nvPr>
            <p:ph idx="3" type="body"/>
          </p:nvPr>
        </p:nvSpPr>
        <p:spPr>
          <a:xfrm>
            <a:off x="6226798" y="4056350"/>
            <a:ext cx="266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05" name="Google Shape;1605;p130"/>
          <p:cNvSpPr/>
          <p:nvPr>
            <p:ph idx="4" type="pic"/>
          </p:nvPr>
        </p:nvSpPr>
        <p:spPr>
          <a:xfrm>
            <a:off x="2560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1606" name="Google Shape;1606;p130"/>
          <p:cNvSpPr/>
          <p:nvPr>
            <p:ph idx="5" type="pic"/>
          </p:nvPr>
        </p:nvSpPr>
        <p:spPr>
          <a:xfrm>
            <a:off x="32414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1607" name="Google Shape;1607;p130"/>
          <p:cNvSpPr/>
          <p:nvPr>
            <p:ph idx="6" type="pic"/>
          </p:nvPr>
        </p:nvSpPr>
        <p:spPr>
          <a:xfrm>
            <a:off x="6226825" y="1588650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1608" name="Google Shape;1608;p13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609" name="Google Shape;1609;p130"/>
          <p:cNvSpPr txBox="1"/>
          <p:nvPr>
            <p:ph idx="7" type="subTitle"/>
          </p:nvPr>
        </p:nvSpPr>
        <p:spPr>
          <a:xfrm>
            <a:off x="256050" y="3765870"/>
            <a:ext cx="26613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0" name="Google Shape;1610;p130"/>
          <p:cNvSpPr txBox="1"/>
          <p:nvPr>
            <p:ph idx="8" type="subTitle"/>
          </p:nvPr>
        </p:nvSpPr>
        <p:spPr>
          <a:xfrm>
            <a:off x="3241350" y="3765870"/>
            <a:ext cx="26613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1" name="Google Shape;1611;p130"/>
          <p:cNvSpPr txBox="1"/>
          <p:nvPr>
            <p:ph idx="9" type="subTitle"/>
          </p:nvPr>
        </p:nvSpPr>
        <p:spPr>
          <a:xfrm>
            <a:off x="6226650" y="3765870"/>
            <a:ext cx="26613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2" name="Google Shape;1612;p130"/>
          <p:cNvSpPr txBox="1"/>
          <p:nvPr>
            <p:ph idx="1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BLANK_1_1_1_1_1_1_1_1_1_1_1_1_1_1_1_1_1_1_1_2"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31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1615" name="Google Shape;1615;p131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1616" name="Google Shape;1616;p131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17" name="Google Shape;1617;p131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18" name="Google Shape;1618;p131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19" name="Google Shape;1619;p131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620" name="Google Shape;1620;p131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21" name="Google Shape;1621;p131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22" name="Google Shape;1622;p131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23" name="Google Shape;1623;p131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24" name="Google Shape;1624;p131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25" name="Google Shape;1625;p131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26" name="Google Shape;1626;p131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27" name="Google Shape;1627;p131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- Alt 1">
  <p:cSld name="BLANK_1_1_1_1_1_1_1_1_1_1_1_1_1_1_1_1_1_1_1_2_1"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32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0" name="Google Shape;1630;p132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1" name="Google Shape;1631;p132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32" name="Google Shape;1632;p132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33" name="Google Shape;1633;p132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34" name="Google Shape;1634;p132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9pPr>
          </a:lstStyle>
          <a:p/>
        </p:txBody>
      </p:sp>
      <p:sp>
        <p:nvSpPr>
          <p:cNvPr id="1635" name="Google Shape;1635;p132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36" name="Google Shape;1636;p132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37" name="Google Shape;1637;p132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38" name="Google Shape;1638;p132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39" name="Google Shape;1639;p132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40" name="Google Shape;1640;p132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41" name="Google Shape;1641;p132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"/>
            </a:lvl9pPr>
          </a:lstStyle>
          <a:p/>
        </p:txBody>
      </p:sp>
      <p:sp>
        <p:nvSpPr>
          <p:cNvPr id="1642" name="Google Shape;1642;p132"/>
          <p:cNvSpPr txBox="1"/>
          <p:nvPr>
            <p:ph idx="1" type="body"/>
          </p:nvPr>
        </p:nvSpPr>
        <p:spPr>
          <a:xfrm>
            <a:off x="2432125" y="3851275"/>
            <a:ext cx="2085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43" name="Google Shape;1643;p132"/>
          <p:cNvSpPr txBox="1"/>
          <p:nvPr>
            <p:ph idx="17" type="body"/>
          </p:nvPr>
        </p:nvSpPr>
        <p:spPr>
          <a:xfrm>
            <a:off x="256025" y="3851275"/>
            <a:ext cx="2066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44" name="Google Shape;1644;p132"/>
          <p:cNvSpPr txBox="1"/>
          <p:nvPr>
            <p:ph idx="18" type="body"/>
          </p:nvPr>
        </p:nvSpPr>
        <p:spPr>
          <a:xfrm>
            <a:off x="6821675" y="3851275"/>
            <a:ext cx="2066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45" name="Google Shape;1645;p132"/>
          <p:cNvSpPr txBox="1"/>
          <p:nvPr>
            <p:ph idx="19" type="body"/>
          </p:nvPr>
        </p:nvSpPr>
        <p:spPr>
          <a:xfrm>
            <a:off x="4629100" y="3851275"/>
            <a:ext cx="2085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46" name="Google Shape;1646;p132"/>
          <p:cNvSpPr txBox="1"/>
          <p:nvPr>
            <p:ph idx="20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1_1_1_1_1_1_1_1_1_1_1">
    <p:bg>
      <p:bgPr>
        <a:solidFill>
          <a:schemeClr val="dk2"/>
        </a:solidFill>
      </p:bgPr>
    </p:bg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33"/>
          <p:cNvSpPr/>
          <p:nvPr/>
        </p:nvSpPr>
        <p:spPr>
          <a:xfrm>
            <a:off x="0" y="1182000"/>
            <a:ext cx="1873200" cy="3060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9" name="Google Shape;1649;p133"/>
          <p:cNvSpPr/>
          <p:nvPr/>
        </p:nvSpPr>
        <p:spPr>
          <a:xfrm>
            <a:off x="0" y="1182000"/>
            <a:ext cx="1873200" cy="187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0" name="Google Shape;1650;p133"/>
          <p:cNvSpPr/>
          <p:nvPr/>
        </p:nvSpPr>
        <p:spPr>
          <a:xfrm>
            <a:off x="0" y="1182000"/>
            <a:ext cx="1873200" cy="6837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1" name="Google Shape;1651;p133"/>
          <p:cNvSpPr/>
          <p:nvPr/>
        </p:nvSpPr>
        <p:spPr>
          <a:xfrm>
            <a:off x="0" y="0"/>
            <a:ext cx="1873200" cy="118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2" name="Google Shape;1652;p133"/>
          <p:cNvSpPr/>
          <p:nvPr/>
        </p:nvSpPr>
        <p:spPr>
          <a:xfrm>
            <a:off x="806250" y="1052675"/>
            <a:ext cx="260700" cy="260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3" name="Google Shape;1653;p133"/>
          <p:cNvSpPr/>
          <p:nvPr/>
        </p:nvSpPr>
        <p:spPr>
          <a:xfrm>
            <a:off x="0" y="4246550"/>
            <a:ext cx="9144000" cy="901200"/>
          </a:xfrm>
          <a:prstGeom prst="rect">
            <a:avLst/>
          </a:prstGeom>
          <a:gradFill>
            <a:gsLst>
              <a:gs pos="0">
                <a:schemeClr val="dk1"/>
              </a:gs>
              <a:gs pos="72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54" name="Google Shape;1654;p133"/>
          <p:cNvCxnSpPr/>
          <p:nvPr/>
        </p:nvCxnSpPr>
        <p:spPr>
          <a:xfrm>
            <a:off x="0" y="42444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5" name="Google Shape;1655;p133"/>
          <p:cNvCxnSpPr/>
          <p:nvPr/>
        </p:nvCxnSpPr>
        <p:spPr>
          <a:xfrm>
            <a:off x="1873325" y="0"/>
            <a:ext cx="0" cy="424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6" name="Google Shape;1656;p133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57" name="Google Shape;1657;p133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60" name="Google Shape;1660;p1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65" name="Google Shape;1665;p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68" name="Google Shape;1668;p1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9" name="Google Shape;1669;p1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4" name="Google Shape;1674;p1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79" name="Google Shape;1679;p1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0" name="Google Shape;1680;p1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4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85" name="Google Shape;1685;p1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89" name="Google Shape;1689;p1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0" name="Google Shape;1690;p1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1" name="Google Shape;1691;p1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2" name="Google Shape;1692;p1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3" name="Google Shape;1693;p1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4" name="Google Shape;1694;p1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97" name="Google Shape;1697;p1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98" name="Google Shape;1698;p1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01" name="Google Shape;1701;p1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02" name="Google Shape;1702;p1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03" name="Google Shape;1703;p1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4" name="Google Shape;1704;p1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1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07" name="Google Shape;1707;p1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08" name="Google Shape;1708;p1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09" name="Google Shape;1709;p1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0" name="Google Shape;1710;p1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1" name="Google Shape;1711;p1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2" name="Google Shape;1712;p1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15" name="Google Shape;1715;p1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16" name="Google Shape;1716;p1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17" name="Google Shape;1717;p1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18" name="Google Shape;1718;p1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19" name="Google Shape;1719;p1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0" name="Google Shape;1720;p1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1" name="Google Shape;1721;p1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2" name="Google Shape;1722;p1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25" name="Google Shape;1725;p1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8" name="Google Shape;1728;p1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29" name="Google Shape;1729;p1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30" name="Google Shape;1730;p1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1" name="Google Shape;1731;p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32" name="Google Shape;1732;p1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3" name="Google Shape;1733;p1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1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6" name="Google Shape;1736;p1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737" name="Google Shape;1737;p1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738" name="Google Shape;1738;p1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9" name="Google Shape;1739;p1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0" name="Google Shape;1740;p1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1" name="Google Shape;1741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42" name="Google Shape;1742;p1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43" name="Google Shape;1743;p1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44" name="Google Shape;1744;p1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9" name="Google Shape;1749;p1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0" name="Google Shape;1750;p1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1" name="Google Shape;1751;p1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2" name="Google Shape;1752;p1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3" name="Google Shape;1753;p1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4" name="Google Shape;1754;p1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55" name="Google Shape;1755;p1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6" name="Google Shape;1756;p1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7" name="Google Shape;1757;p1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89.xml"/><Relationship Id="rId46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1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95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1.xml"/><Relationship Id="rId34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75.xml"/><Relationship Id="rId50" Type="http://schemas.openxmlformats.org/officeDocument/2006/relationships/theme" Target="../theme/theme4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35.xml"/><Relationship Id="rId42" Type="http://schemas.openxmlformats.org/officeDocument/2006/relationships/slideLayout" Target="../slideLayouts/slideLayout137.xml"/><Relationship Id="rId41" Type="http://schemas.openxmlformats.org/officeDocument/2006/relationships/slideLayout" Target="../slideLayouts/slideLayout136.xml"/><Relationship Id="rId44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38.xml"/><Relationship Id="rId45" Type="http://schemas.openxmlformats.org/officeDocument/2006/relationships/theme" Target="../theme/theme3.xml"/><Relationship Id="rId1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26.xml"/><Relationship Id="rId30" Type="http://schemas.openxmlformats.org/officeDocument/2006/relationships/slideLayout" Target="../slideLayouts/slideLayout125.xml"/><Relationship Id="rId33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27.xml"/><Relationship Id="rId35" Type="http://schemas.openxmlformats.org/officeDocument/2006/relationships/slideLayout" Target="../slideLayouts/slideLayout130.xml"/><Relationship Id="rId34" Type="http://schemas.openxmlformats.org/officeDocument/2006/relationships/slideLayout" Target="../slideLayouts/slideLayout129.xml"/><Relationship Id="rId37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31.xml"/><Relationship Id="rId39" Type="http://schemas.openxmlformats.org/officeDocument/2006/relationships/slideLayout" Target="../slideLayouts/slideLayout134.xml"/><Relationship Id="rId38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116.xml"/><Relationship Id="rId24" Type="http://schemas.openxmlformats.org/officeDocument/2006/relationships/slideLayout" Target="../slideLayouts/slideLayout119.xml"/><Relationship Id="rId23" Type="http://schemas.openxmlformats.org/officeDocument/2006/relationships/slideLayout" Target="../slideLayouts/slideLayout118.xml"/><Relationship Id="rId26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123.xml"/><Relationship Id="rId27" Type="http://schemas.openxmlformats.org/officeDocument/2006/relationships/slideLayout" Target="../slideLayouts/slideLayout122.xml"/><Relationship Id="rId29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49575" y="634948"/>
            <a:ext cx="2277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lvl="1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lvl="2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lvl="3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lvl="4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lvl="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lvl="6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lvl="7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lvl="8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Work Sans Black"/>
              <a:buNone/>
              <a:defRPr b="0" i="0" sz="28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49575" y="3121200"/>
            <a:ext cx="8433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279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●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○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Char char="■"/>
              <a:defRPr b="0" i="0" sz="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226300" y="4886025"/>
            <a:ext cx="456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Work Sans Black"/>
                <a:ea typeface="Work Sans Black"/>
                <a:cs typeface="Work Sans Black"/>
                <a:sym typeface="Work Sans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5" name="Google Shape;495;p15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IBM Plex Sans"/>
              <a:buNone/>
              <a:defRPr b="0" i="0" sz="30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96" name="Google Shape;496;p15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b="0" i="0" sz="12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  <p:sldLayoutId id="2147483744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17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74" name="Google Shape;1374;p17"/>
          <p:cNvSpPr txBox="1"/>
          <p:nvPr>
            <p:ph type="title"/>
          </p:nvPr>
        </p:nvSpPr>
        <p:spPr>
          <a:xfrm>
            <a:off x="256025" y="499600"/>
            <a:ext cx="5366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1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375" name="Google Shape;1375;p17"/>
          <p:cNvSpPr txBox="1"/>
          <p:nvPr>
            <p:ph idx="2" type="body"/>
          </p:nvPr>
        </p:nvSpPr>
        <p:spPr>
          <a:xfrm>
            <a:off x="4564425" y="2634200"/>
            <a:ext cx="35652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b="0" i="0" sz="9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  <p:sldLayoutId id="2147483765" r:id="rId20"/>
    <p:sldLayoutId id="2147483766" r:id="rId21"/>
    <p:sldLayoutId id="2147483767" r:id="rId22"/>
    <p:sldLayoutId id="2147483768" r:id="rId23"/>
    <p:sldLayoutId id="2147483769" r:id="rId24"/>
    <p:sldLayoutId id="2147483770" r:id="rId25"/>
    <p:sldLayoutId id="2147483771" r:id="rId26"/>
    <p:sldLayoutId id="2147483772" r:id="rId27"/>
    <p:sldLayoutId id="2147483773" r:id="rId28"/>
    <p:sldLayoutId id="2147483774" r:id="rId29"/>
    <p:sldLayoutId id="2147483775" r:id="rId30"/>
    <p:sldLayoutId id="2147483776" r:id="rId31"/>
    <p:sldLayoutId id="2147483777" r:id="rId32"/>
    <p:sldLayoutId id="2147483778" r:id="rId33"/>
    <p:sldLayoutId id="2147483779" r:id="rId34"/>
    <p:sldLayoutId id="2147483780" r:id="rId35"/>
    <p:sldLayoutId id="2147483781" r:id="rId36"/>
    <p:sldLayoutId id="2147483782" r:id="rId37"/>
    <p:sldLayoutId id="2147483783" r:id="rId38"/>
    <p:sldLayoutId id="2147483784" r:id="rId39"/>
    <p:sldLayoutId id="2147483785" r:id="rId40"/>
    <p:sldLayoutId id="2147483786" r:id="rId41"/>
    <p:sldLayoutId id="2147483787" r:id="rId42"/>
    <p:sldLayoutId id="2147483788" r:id="rId43"/>
    <p:sldLayoutId id="2147483789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"/>
          <p:cNvSpPr txBox="1"/>
          <p:nvPr/>
        </p:nvSpPr>
        <p:spPr>
          <a:xfrm>
            <a:off x="1591350" y="3301500"/>
            <a:ext cx="61629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GB" sz="4300" u="none" cap="none" strike="noStrike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J</a:t>
            </a:r>
            <a:r>
              <a:rPr b="1" lang="en-GB" sz="4300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uly</a:t>
            </a:r>
            <a:r>
              <a:rPr b="1" i="0" lang="en-GB" sz="4300" u="none" cap="none" strike="noStrike">
                <a:solidFill>
                  <a:schemeClr val="lt2"/>
                </a:solidFill>
                <a:latin typeface="Work Sans"/>
                <a:ea typeface="Work Sans"/>
                <a:cs typeface="Work Sans"/>
                <a:sym typeface="Work Sans"/>
              </a:rPr>
              <a:t> 2026 Report</a:t>
            </a:r>
            <a:endParaRPr b="1" i="0" sz="43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63" name="Google Shape;1763;p1"/>
          <p:cNvSpPr txBox="1"/>
          <p:nvPr/>
        </p:nvSpPr>
        <p:spPr>
          <a:xfrm>
            <a:off x="1490550" y="659400"/>
            <a:ext cx="61629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1" i="0" lang="en-GB" sz="59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ITLP</a:t>
            </a:r>
            <a:endParaRPr b="1" i="0" sz="59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1" i="0" lang="en-GB" sz="59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Academic Team </a:t>
            </a:r>
            <a:endParaRPr b="1" i="0" sz="59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2"/>
          <p:cNvSpPr txBox="1"/>
          <p:nvPr/>
        </p:nvSpPr>
        <p:spPr>
          <a:xfrm>
            <a:off x="1498050" y="910200"/>
            <a:ext cx="6349500" cy="3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GB" sz="31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OUTLINE</a:t>
            </a:r>
            <a:endParaRPr b="1" i="0" sz="31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Update on Action points for Ju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ly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State of lessons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Data update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Lowlights and Highlights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Action Points for 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August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3"/>
          <p:cNvSpPr txBox="1"/>
          <p:nvPr>
            <p:ph idx="13" type="title"/>
          </p:nvPr>
        </p:nvSpPr>
        <p:spPr>
          <a:xfrm>
            <a:off x="868950" y="2195200"/>
            <a:ext cx="75000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>
                <a:solidFill>
                  <a:srgbClr val="980000"/>
                </a:solidFill>
                <a:latin typeface="Times"/>
                <a:ea typeface="Times"/>
                <a:cs typeface="Times"/>
                <a:sym typeface="Times"/>
              </a:rPr>
              <a:t>Update on Action points for July</a:t>
            </a:r>
            <a:endParaRPr b="1">
              <a:solidFill>
                <a:srgbClr val="98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98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8" name="Google Shape;1778;p4"/>
          <p:cNvGraphicFramePr/>
          <p:nvPr/>
        </p:nvGraphicFramePr>
        <p:xfrm>
          <a:off x="87563" y="92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{F4F8F629-E7A3-4464-B0CA-BF20DE52A6D0}</a:tableStyleId>
              </a:tblPr>
              <a:tblGrid>
                <a:gridCol w="2913775"/>
                <a:gridCol w="2780725"/>
                <a:gridCol w="3274375"/>
              </a:tblGrid>
              <a:tr h="48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ACTION POINT</a:t>
                      </a:r>
                      <a:endParaRPr b="1" sz="1500" u="none" cap="none" strike="noStrike">
                        <a:solidFill>
                          <a:srgbClr val="980000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STATUS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REMARKS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</a:tr>
              <a:tr h="8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Lesson Plans Completed 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STILL </a:t>
                      </a: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 PROGRESS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Updated versions to be worked on inside the Impact Platforms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69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Class and Billing Tracker Loggings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COMPLETE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Teachers regularly logged classes in A</a:t>
                      </a:r>
                      <a:r>
                        <a:rPr lang="en-GB" sz="1500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nd Impact Platform accurately tracks classes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69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Report for J</a:t>
                      </a:r>
                      <a:r>
                        <a:rPr lang="en-GB" sz="1500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uly</a:t>
                      </a: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 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SENT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Report was sent on the 30th of J</a:t>
                      </a:r>
                      <a:r>
                        <a:rPr lang="en-GB" sz="1500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uly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Dated Billing Tracker Updated and Sent 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SENT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Billiing Tracker </a:t>
                      </a:r>
                      <a:r>
                        <a:rPr lang="en-GB" sz="1500" u="none" cap="none" strike="noStrike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was sent on the 30th of J</a:t>
                      </a:r>
                      <a:r>
                        <a:rPr lang="en-GB" sz="1500">
                          <a:solidFill>
                            <a:srgbClr val="98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uly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5"/>
          <p:cNvSpPr txBox="1"/>
          <p:nvPr>
            <p:ph idx="13" type="title"/>
          </p:nvPr>
        </p:nvSpPr>
        <p:spPr>
          <a:xfrm>
            <a:off x="1597050" y="1553700"/>
            <a:ext cx="6043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>
                <a:solidFill>
                  <a:srgbClr val="980000"/>
                </a:solidFill>
                <a:latin typeface="Times"/>
                <a:ea typeface="Times"/>
                <a:cs typeface="Times"/>
                <a:sym typeface="Times"/>
              </a:rPr>
              <a:t>State of lessons</a:t>
            </a:r>
            <a:endParaRPr b="1">
              <a:solidFill>
                <a:srgbClr val="98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8" name="Google Shape;1788;p6"/>
          <p:cNvGraphicFramePr/>
          <p:nvPr/>
        </p:nvGraphicFramePr>
        <p:xfrm>
          <a:off x="31800" y="26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{F4F8F629-E7A3-4464-B0CA-BF20DE52A6D0}</a:tableStyleId>
              </a:tblPr>
              <a:tblGrid>
                <a:gridCol w="2557025"/>
                <a:gridCol w="1630225"/>
                <a:gridCol w="2102500"/>
                <a:gridCol w="2790650"/>
              </a:tblGrid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LEARNER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NO. OF CLASSES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NO. OF CANCELLATIONS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REASON FOR CANCELLATION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Naa Amokor Dagadu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 was unavailable. (1)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Naa Ameley Dagadu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 was unavailable. (3)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Rayna Jane Attoh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 was unavailable (2)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Nora Simone Attoh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 was unavailable (3)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Amaris Aguadze</a:t>
                      </a:r>
                      <a:endParaRPr b="1"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 was unavailable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Manuella Aguadze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4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4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Ahenei Zara Nuno-Amarteifio</a:t>
                      </a:r>
                      <a:endParaRPr sz="11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 was unavailable 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Zach Nii Amar Nuno-Amarteifio</a:t>
                      </a:r>
                      <a:endParaRPr sz="11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 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 was unavailable 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  <a:tr h="3910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Michael</a:t>
                      </a:r>
                      <a:endParaRPr sz="11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Teacher had power outage</a:t>
                      </a:r>
                      <a:endParaRPr sz="1100" u="none" cap="none" strike="noStrike">
                        <a:solidFill>
                          <a:srgbClr val="434343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7"/>
          <p:cNvSpPr txBox="1"/>
          <p:nvPr>
            <p:ph idx="13" type="title"/>
          </p:nvPr>
        </p:nvSpPr>
        <p:spPr>
          <a:xfrm>
            <a:off x="1696350" y="1212000"/>
            <a:ext cx="58452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>
                <a:solidFill>
                  <a:srgbClr val="980000"/>
                </a:solidFill>
                <a:latin typeface="Times"/>
                <a:ea typeface="Times"/>
                <a:cs typeface="Times"/>
                <a:sym typeface="Times"/>
              </a:rPr>
              <a:t>Data Update</a:t>
            </a:r>
            <a:endParaRPr b="1">
              <a:solidFill>
                <a:srgbClr val="98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8" name="Google Shape;1798;p8"/>
          <p:cNvGraphicFramePr/>
          <p:nvPr/>
        </p:nvGraphicFramePr>
        <p:xfrm>
          <a:off x="91363" y="82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{F4F8F629-E7A3-4464-B0CA-BF20DE52A6D0}</a:tableStyleId>
              </a:tblPr>
              <a:tblGrid>
                <a:gridCol w="1778900"/>
                <a:gridCol w="1778900"/>
                <a:gridCol w="1778900"/>
                <a:gridCol w="1778900"/>
                <a:gridCol w="1778900"/>
              </a:tblGrid>
              <a:tr h="69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434343"/>
                          </a:solidFill>
                        </a:rPr>
                        <a:t>TEACHER</a:t>
                      </a:r>
                      <a:endParaRPr b="1"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434343"/>
                          </a:solidFill>
                        </a:rPr>
                        <a:t>DATE OF LAST RECHARGE</a:t>
                      </a:r>
                      <a:endParaRPr b="1"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434343"/>
                          </a:solidFill>
                        </a:rPr>
                        <a:t>AMOUNT (Gig)</a:t>
                      </a:r>
                      <a:endParaRPr b="1"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434343"/>
                          </a:solidFill>
                        </a:rPr>
                        <a:t>DATE LAST CHECKED</a:t>
                      </a:r>
                      <a:endParaRPr b="1"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rgbClr val="434343"/>
                          </a:solidFill>
                        </a:rPr>
                        <a:t>BALANCE (Gig)</a:t>
                      </a:r>
                      <a:endParaRPr b="1"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PROSPER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23/06/2026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217.34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29/06/2026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216.895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THEODOSIA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15/04/2026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217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05/06/2026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29.000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ADELAIDE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-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-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-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434343"/>
                          </a:solidFill>
                        </a:rPr>
                        <a:t>-</a:t>
                      </a:r>
                      <a:endParaRPr sz="14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9"/>
          <p:cNvSpPr txBox="1"/>
          <p:nvPr>
            <p:ph idx="13" type="title"/>
          </p:nvPr>
        </p:nvSpPr>
        <p:spPr>
          <a:xfrm>
            <a:off x="1794300" y="1057700"/>
            <a:ext cx="546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>
                <a:solidFill>
                  <a:srgbClr val="980000"/>
                </a:solidFill>
                <a:latin typeface="Times"/>
                <a:ea typeface="Times"/>
                <a:cs typeface="Times"/>
                <a:sym typeface="Times"/>
              </a:rPr>
              <a:t>Lowlights and Highlights</a:t>
            </a:r>
            <a:endParaRPr b="1">
              <a:solidFill>
                <a:srgbClr val="98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98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8" name="Google Shape;1808;p10"/>
          <p:cNvGraphicFramePr/>
          <p:nvPr/>
        </p:nvGraphicFramePr>
        <p:xfrm>
          <a:off x="204438" y="95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{F4F8F629-E7A3-4464-B0CA-BF20DE52A6D0}</a:tableStyleId>
              </a:tblPr>
              <a:tblGrid>
                <a:gridCol w="3275675"/>
                <a:gridCol w="2636950"/>
                <a:gridCol w="2822500"/>
              </a:tblGrid>
              <a:tr h="54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LOWLIGHTS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HIGHLIGHTS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REMARKS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54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</a:t>
                      </a:r>
                      <a:r>
                        <a:rPr lang="en-GB" sz="14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ctivity sessions h</a:t>
                      </a:r>
                      <a:r>
                        <a:rPr lang="en-GB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ave not been happening</a:t>
                      </a:r>
                      <a:endParaRPr sz="1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The Impact Platform </a:t>
                      </a:r>
                      <a:r>
                        <a:rPr lang="en-GB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has </a:t>
                      </a:r>
                      <a:r>
                        <a:rPr lang="en-GB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successfully</a:t>
                      </a:r>
                      <a:r>
                        <a:rPr lang="en-GB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been used to track classes and update the billing tracker</a:t>
                      </a:r>
                      <a:endParaRPr sz="1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The Impact Platform’s lesson and activity builder is almost ready to be used for lesson plans update and activity sessions creation</a:t>
                      </a:r>
                      <a:endParaRPr sz="1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9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Student’s missing of classes</a:t>
                      </a:r>
                      <a:endParaRPr sz="1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59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59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1"/>
          <p:cNvSpPr txBox="1"/>
          <p:nvPr>
            <p:ph idx="13" type="title"/>
          </p:nvPr>
        </p:nvSpPr>
        <p:spPr>
          <a:xfrm>
            <a:off x="1794300" y="1628700"/>
            <a:ext cx="54615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>
                <a:solidFill>
                  <a:srgbClr val="980000"/>
                </a:solidFill>
                <a:latin typeface="Times"/>
                <a:ea typeface="Times"/>
                <a:cs typeface="Times"/>
                <a:sym typeface="Times"/>
              </a:rPr>
              <a:t>Action Points for August</a:t>
            </a:r>
            <a:endParaRPr b="1">
              <a:solidFill>
                <a:srgbClr val="98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2"/>
          <p:cNvSpPr txBox="1"/>
          <p:nvPr/>
        </p:nvSpPr>
        <p:spPr>
          <a:xfrm>
            <a:off x="1397250" y="139300"/>
            <a:ext cx="6349500" cy="48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GB" sz="31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ACTION POINTS</a:t>
            </a:r>
            <a:endParaRPr b="1" i="0" sz="31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1" sz="3100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Activity sessions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 for August to be 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created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 and implemented on the Impact Platform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Lesson Plans 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upgrading to commence on the Impact Platform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Report for July to be Completed and sent on 3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/0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8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Work Sans"/>
              <a:buChar char="-"/>
            </a:pP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Dated Billing Tracker Updated and Sent on 3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r>
              <a:rPr b="1" i="0" lang="en-GB" sz="1800" u="none" cap="none" strike="noStrike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/0</a:t>
            </a:r>
            <a:r>
              <a:rPr b="1" lang="en-GB" sz="1800">
                <a:solidFill>
                  <a:srgbClr val="980000"/>
                </a:solidFill>
                <a:latin typeface="Work Sans"/>
                <a:ea typeface="Work Sans"/>
                <a:cs typeface="Work Sans"/>
                <a:sym typeface="Work Sans"/>
              </a:rPr>
              <a:t>8</a:t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98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and Style Guides">
  <a:themeElements>
    <a:clrScheme name="Simple Light">
      <a:dk1>
        <a:srgbClr val="000000"/>
      </a:dk1>
      <a:lt1>
        <a:srgbClr val="FFFFFF"/>
      </a:lt1>
      <a:dk2>
        <a:srgbClr val="B8B8B8"/>
      </a:dk2>
      <a:lt2>
        <a:srgbClr val="646464"/>
      </a:lt2>
      <a:accent1>
        <a:srgbClr val="299B5B"/>
      </a:accent1>
      <a:accent2>
        <a:srgbClr val="F3ECE9"/>
      </a:accent2>
      <a:accent3>
        <a:srgbClr val="01B6E1"/>
      </a:accent3>
      <a:accent4>
        <a:srgbClr val="F6F6F6"/>
      </a:accent4>
      <a:accent5>
        <a:srgbClr val="FFCA08"/>
      </a:accent5>
      <a:accent6>
        <a:srgbClr val="BF003D"/>
      </a:accent6>
      <a:hlink>
        <a:srgbClr val="6287C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uarterly Planning Meeting">
  <a:themeElements>
    <a:clrScheme name="Simple Light">
      <a:dk1>
        <a:srgbClr val="D21117"/>
      </a:dk1>
      <a:lt1>
        <a:srgbClr val="F6EEEB"/>
      </a:lt1>
      <a:dk2>
        <a:srgbClr val="ECECEC"/>
      </a:dk2>
      <a:lt2>
        <a:srgbClr val="353635"/>
      </a:lt2>
      <a:accent1>
        <a:srgbClr val="B9DFFF"/>
      </a:accent1>
      <a:accent2>
        <a:srgbClr val="006CE9"/>
      </a:accent2>
      <a:accent3>
        <a:srgbClr val="FBFAFA"/>
      </a:accent3>
      <a:accent4>
        <a:srgbClr val="686868"/>
      </a:accent4>
      <a:accent5>
        <a:srgbClr val="C5C5C5"/>
      </a:accent5>
      <a:accent6>
        <a:srgbClr val="FFC1C3"/>
      </a:accent6>
      <a:hlink>
        <a:srgbClr val="006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2026-05-04T21:31:55Z</dcterms:created>
  <dc:creator>Admin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6076BE30E5BB4B848D78F828017479FA_12</vt:lpwstr>
  </property>
  <property fmtid="{D5CDD505-2E9C-101B-9397-08002B2CF9AE}" pid="3" name="KSOProductBuildVer">
    <vt:lpwstr>1033-12.2.0.23196</vt:lpwstr>
  </property>
</Properties>
</file>